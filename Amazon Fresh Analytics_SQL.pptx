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Inter Tight" panose="020B0604020202020204" charset="0"/>
      <p:regular r:id="rId18"/>
      <p:bold r:id="rId19"/>
      <p:italic r:id="rId20"/>
      <p:boldItalic r:id="rId21"/>
    </p:embeddedFont>
    <p:embeddedFont>
      <p:font typeface="Inter Tight Medium" panose="020B0604020202020204" charset="0"/>
      <p:regular r:id="rId22"/>
      <p:bold r:id="rId23"/>
      <p:italic r:id="rId24"/>
      <p:boldItalic r:id="rId25"/>
    </p:embeddedFont>
    <p:embeddedFont>
      <p:font typeface="Inter Tight SemiBold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19A8820-86AF-4F73-9888-CF214A4FC2E4}">
  <a:tblStyle styleId="{019A8820-86AF-4F73-9888-CF214A4FC2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46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geetha.gunasekar@gmail.com" userId="3f4080925032afb1" providerId="LiveId" clId="{4DE7E215-4C3B-484B-9774-0665ED3DF683}"/>
    <pc:docChg chg="modSld">
      <pc:chgData name="sangeetha.gunasekar@gmail.com" userId="3f4080925032afb1" providerId="LiveId" clId="{4DE7E215-4C3B-484B-9774-0665ED3DF683}" dt="2026-01-08T13:00:42.268" v="12" actId="1036"/>
      <pc:docMkLst>
        <pc:docMk/>
      </pc:docMkLst>
      <pc:sldChg chg="modSp mod">
        <pc:chgData name="sangeetha.gunasekar@gmail.com" userId="3f4080925032afb1" providerId="LiveId" clId="{4DE7E215-4C3B-484B-9774-0665ED3DF683}" dt="2026-01-08T13:00:42.268" v="12" actId="1036"/>
        <pc:sldMkLst>
          <pc:docMk/>
          <pc:sldMk cId="0" sldId="262"/>
        </pc:sldMkLst>
        <pc:picChg chg="mod">
          <ac:chgData name="sangeetha.gunasekar@gmail.com" userId="3f4080925032afb1" providerId="LiveId" clId="{4DE7E215-4C3B-484B-9774-0665ED3DF683}" dt="2026-01-08T13:00:42.268" v="12" actId="1036"/>
          <ac:picMkLst>
            <pc:docMk/>
            <pc:sldMk cId="0" sldId="262"/>
            <ac:picMk id="39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273cc5c1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b273cc5c1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b273cc5c14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b273cc5c14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273cc5c14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b273cc5c14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b273cc5c14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b273cc5c14_0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b27554a66e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b27554a66e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273cc5c14_0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b273cc5c14_0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923109d9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923109d9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923109d971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923109d971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923109d971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923109d971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75c06672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b75c06672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923109d971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923109d971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923109d971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923109d971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b2cc827db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b2cc827db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b5099fcd9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b5099fcd92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27554a66e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b27554a66e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299808">
            <a:off x="124383" y="-559521"/>
            <a:ext cx="8900029" cy="6258229"/>
            <a:chOff x="124223" y="-559280"/>
            <a:chExt cx="8900025" cy="6258226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124223" y="-78561"/>
              <a:ext cx="8900025" cy="5296800"/>
              <a:chOff x="124223" y="-78561"/>
              <a:chExt cx="8900025" cy="5296800"/>
            </a:xfrm>
          </p:grpSpPr>
          <p:sp>
            <p:nvSpPr>
              <p:cNvPr id="12" name="Google Shape;12;p2"/>
              <p:cNvSpPr/>
              <p:nvPr/>
            </p:nvSpPr>
            <p:spPr>
              <a:xfrm rot="-1623">
                <a:off x="7117071" y="2014308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 rot="-1487" flipH="1">
                <a:off x="124823" y="-77211"/>
                <a:ext cx="6242101" cy="5294100"/>
              </a:xfrm>
              <a:prstGeom prst="snip1Rect">
                <a:avLst>
                  <a:gd name="adj" fmla="val 42486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rot="10798513" flipH="1">
                <a:off x="2781248" y="-76291"/>
                <a:ext cx="6242401" cy="5289900"/>
              </a:xfrm>
              <a:prstGeom prst="snip1Rect">
                <a:avLst>
                  <a:gd name="adj" fmla="val 42496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-1623">
                <a:off x="125118" y="1250275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16" name="Google Shape;16;p2"/>
            <p:cNvSpPr/>
            <p:nvPr/>
          </p:nvSpPr>
          <p:spPr>
            <a:xfrm rot="-4516116">
              <a:off x="314265" y="-331820"/>
              <a:ext cx="1871106" cy="18379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 rot="6283884">
              <a:off x="6963097" y="3633506"/>
              <a:ext cx="1871106" cy="18379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826325" y="1559575"/>
            <a:ext cx="5494800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826325" y="3252475"/>
            <a:ext cx="54948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_3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3655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4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4" name="Google Shape;104;p19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9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9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3" name="Google Shape;113;p20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0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0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6" name="Google Shape;116;p20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0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2" name="Google Shape;122;p20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2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22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22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2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22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2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22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22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23"/>
          <p:cNvGrpSpPr/>
          <p:nvPr/>
        </p:nvGrpSpPr>
        <p:grpSpPr>
          <a:xfrm>
            <a:off x="75" y="256675"/>
            <a:ext cx="3798141" cy="1190474"/>
            <a:chOff x="75" y="256675"/>
            <a:chExt cx="3798141" cy="1190474"/>
          </a:xfrm>
        </p:grpSpPr>
        <p:sp>
          <p:nvSpPr>
            <p:cNvPr id="140" name="Google Shape;140;p23"/>
            <p:cNvSpPr/>
            <p:nvPr/>
          </p:nvSpPr>
          <p:spPr>
            <a:xfrm rot="10800000" flipH="1">
              <a:off x="75" y="256675"/>
              <a:ext cx="3798000" cy="1190400"/>
            </a:xfrm>
            <a:prstGeom prst="snip1Rect">
              <a:avLst>
                <a:gd name="adj" fmla="val 3510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1" name="Google Shape;141;p23"/>
            <p:cNvSpPr/>
            <p:nvPr/>
          </p:nvSpPr>
          <p:spPr>
            <a:xfrm rot="-10795068" flipH="1">
              <a:off x="3380016" y="1028349"/>
              <a:ext cx="418200" cy="418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42" name="Google Shape;142;p23"/>
          <p:cNvSpPr txBox="1">
            <a:spLocks noGrp="1"/>
          </p:cNvSpPr>
          <p:nvPr>
            <p:ph type="title"/>
          </p:nvPr>
        </p:nvSpPr>
        <p:spPr>
          <a:xfrm>
            <a:off x="333925" y="544250"/>
            <a:ext cx="30399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subTitle" idx="1"/>
          </p:nvPr>
        </p:nvSpPr>
        <p:spPr>
          <a:xfrm>
            <a:off x="1149126" y="2348550"/>
            <a:ext cx="3234300" cy="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subTitle" idx="2"/>
          </p:nvPr>
        </p:nvSpPr>
        <p:spPr>
          <a:xfrm>
            <a:off x="1149126" y="2802869"/>
            <a:ext cx="3234300" cy="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subTitle" idx="3"/>
          </p:nvPr>
        </p:nvSpPr>
        <p:spPr>
          <a:xfrm>
            <a:off x="1149126" y="3257187"/>
            <a:ext cx="3234300" cy="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subTitle" idx="4"/>
          </p:nvPr>
        </p:nvSpPr>
        <p:spPr>
          <a:xfrm>
            <a:off x="1149126" y="3711506"/>
            <a:ext cx="3234300" cy="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subTitle" idx="5"/>
          </p:nvPr>
        </p:nvSpPr>
        <p:spPr>
          <a:xfrm>
            <a:off x="1149126" y="4165824"/>
            <a:ext cx="3234300" cy="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subTitle" idx="6"/>
          </p:nvPr>
        </p:nvSpPr>
        <p:spPr>
          <a:xfrm>
            <a:off x="5327851" y="2348550"/>
            <a:ext cx="3234300" cy="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7"/>
          </p:nvPr>
        </p:nvSpPr>
        <p:spPr>
          <a:xfrm>
            <a:off x="5327851" y="2802869"/>
            <a:ext cx="3234300" cy="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subTitle" idx="8"/>
          </p:nvPr>
        </p:nvSpPr>
        <p:spPr>
          <a:xfrm>
            <a:off x="5327851" y="3257187"/>
            <a:ext cx="3234300" cy="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subTitle" idx="9"/>
          </p:nvPr>
        </p:nvSpPr>
        <p:spPr>
          <a:xfrm>
            <a:off x="5327851" y="3711506"/>
            <a:ext cx="3234300" cy="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ubTitle" idx="13"/>
          </p:nvPr>
        </p:nvSpPr>
        <p:spPr>
          <a:xfrm>
            <a:off x="5327851" y="4165824"/>
            <a:ext cx="3234300" cy="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s" type="tx">
  <p:cSld name="TITLE_AND_BODY">
    <p:bg>
      <p:bgPr>
        <a:solidFill>
          <a:schemeClr val="lt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>
            <a:spLocks noGrp="1"/>
          </p:cNvSpPr>
          <p:nvPr>
            <p:ph type="pic" idx="2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55" name="Google Shape;155;p24"/>
          <p:cNvSpPr>
            <a:spLocks noGrp="1"/>
          </p:cNvSpPr>
          <p:nvPr>
            <p:ph type="pic" idx="3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56" name="Google Shape;156;p24"/>
          <p:cNvSpPr txBox="1">
            <a:spLocks noGrp="1"/>
          </p:cNvSpPr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body" idx="1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ldNum" idx="12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buNone/>
              <a:defRPr/>
            </a:lvl1pPr>
            <a:lvl2pPr lvl="1" algn="r" rtl="0">
              <a:buNone/>
              <a:defRPr/>
            </a:lvl2pPr>
            <a:lvl3pPr lvl="2" algn="r" rtl="0">
              <a:buNone/>
              <a:defRPr/>
            </a:lvl3pPr>
            <a:lvl4pPr lvl="3" algn="r" rtl="0">
              <a:buNone/>
              <a:defRPr/>
            </a:lvl4pPr>
            <a:lvl5pPr lvl="4" algn="r" rtl="0">
              <a:buNone/>
              <a:defRPr/>
            </a:lvl5pPr>
            <a:lvl6pPr lvl="5" algn="r" rtl="0">
              <a:buNone/>
              <a:defRPr/>
            </a:lvl6pPr>
            <a:lvl7pPr lvl="6" algn="r" rtl="0">
              <a:buNone/>
              <a:defRPr/>
            </a:lvl7pPr>
            <a:lvl8pPr lvl="7" algn="r" rtl="0">
              <a:buNone/>
              <a:defRPr/>
            </a:lvl8pPr>
            <a:lvl9pPr lvl="8" algn="r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" name="Google Shape;159;p24"/>
          <p:cNvSpPr txBox="1">
            <a:spLocks noGrp="1"/>
          </p:cNvSpPr>
          <p:nvPr>
            <p:ph type="subTitle" idx="4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60" name="Google Shape;160;p24"/>
          <p:cNvSpPr txBox="1">
            <a:spLocks noGrp="1"/>
          </p:cNvSpPr>
          <p:nvPr>
            <p:ph type="subTitle" idx="5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ITLE_AND_BODY_1"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>
            <a:spLocks noGrp="1"/>
          </p:cNvSpPr>
          <p:nvPr>
            <p:ph type="pic" idx="2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63" name="Google Shape;163;p25"/>
          <p:cNvSpPr>
            <a:spLocks noGrp="1"/>
          </p:cNvSpPr>
          <p:nvPr>
            <p:ph type="pic" idx="3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64" name="Google Shape;164;p25"/>
          <p:cNvSpPr txBox="1">
            <a:spLocks noGrp="1"/>
          </p:cNvSpPr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5"/>
          <p:cNvSpPr txBox="1">
            <a:spLocks noGrp="1"/>
          </p:cNvSpPr>
          <p:nvPr>
            <p:ph type="sldNum" idx="12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buNone/>
              <a:defRPr/>
            </a:lvl1pPr>
            <a:lvl2pPr lvl="1" algn="r" rtl="0">
              <a:buNone/>
              <a:defRPr/>
            </a:lvl2pPr>
            <a:lvl3pPr lvl="2" algn="r" rtl="0">
              <a:buNone/>
              <a:defRPr/>
            </a:lvl3pPr>
            <a:lvl4pPr lvl="3" algn="r" rtl="0">
              <a:buNone/>
              <a:defRPr/>
            </a:lvl4pPr>
            <a:lvl5pPr lvl="4" algn="r" rtl="0">
              <a:buNone/>
              <a:defRPr/>
            </a:lvl5pPr>
            <a:lvl6pPr lvl="5" algn="r" rtl="0">
              <a:buNone/>
              <a:defRPr/>
            </a:lvl6pPr>
            <a:lvl7pPr lvl="6" algn="r" rtl="0">
              <a:buNone/>
              <a:defRPr/>
            </a:lvl7pPr>
            <a:lvl8pPr lvl="7" algn="r" rtl="0">
              <a:buNone/>
              <a:defRPr/>
            </a:lvl8pPr>
            <a:lvl9pPr lvl="8" algn="r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>
            <a:spLocks noGrp="1"/>
          </p:cNvSpPr>
          <p:nvPr>
            <p:ph type="subTitle" idx="1"/>
          </p:nvPr>
        </p:nvSpPr>
        <p:spPr>
          <a:xfrm>
            <a:off x="381082" y="1182925"/>
            <a:ext cx="4149000" cy="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body" idx="4"/>
          </p:nvPr>
        </p:nvSpPr>
        <p:spPr>
          <a:xfrm>
            <a:off x="381082" y="1521627"/>
            <a:ext cx="41490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68" name="Google Shape;168;p25"/>
          <p:cNvSpPr txBox="1">
            <a:spLocks noGrp="1"/>
          </p:cNvSpPr>
          <p:nvPr>
            <p:ph type="subTitle" idx="5"/>
          </p:nvPr>
        </p:nvSpPr>
        <p:spPr>
          <a:xfrm>
            <a:off x="4566932" y="1182925"/>
            <a:ext cx="4149000" cy="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169" name="Google Shape;169;p25"/>
          <p:cNvSpPr txBox="1">
            <a:spLocks noGrp="1"/>
          </p:cNvSpPr>
          <p:nvPr>
            <p:ph type="body" idx="6"/>
          </p:nvPr>
        </p:nvSpPr>
        <p:spPr>
          <a:xfrm>
            <a:off x="4566932" y="1521627"/>
            <a:ext cx="41490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70" name="Google Shape;170;p25"/>
          <p:cNvSpPr txBox="1">
            <a:spLocks noGrp="1"/>
          </p:cNvSpPr>
          <p:nvPr>
            <p:ph type="subTitle" idx="7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subTitle" idx="8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26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174" name="Google Shape;174;p26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175" name="Google Shape;175;p26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76" name="Google Shape;176;p26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177" name="Google Shape;177;p26"/>
            <p:cNvSpPr/>
            <p:nvPr/>
          </p:nvSpPr>
          <p:spPr>
            <a:xfrm rot="4500068" flipH="1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178" name="Google Shape;178;p26"/>
          <p:cNvSpPr txBox="1">
            <a:spLocks noGrp="1"/>
          </p:cNvSpPr>
          <p:nvPr>
            <p:ph type="sldNum" idx="12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9" name="Google Shape;179;p26"/>
          <p:cNvSpPr txBox="1">
            <a:spLocks noGrp="1"/>
          </p:cNvSpPr>
          <p:nvPr>
            <p:ph type="title"/>
          </p:nvPr>
        </p:nvSpPr>
        <p:spPr>
          <a:xfrm>
            <a:off x="2479675" y="1637413"/>
            <a:ext cx="418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26"/>
          <p:cNvSpPr txBox="1">
            <a:spLocks noGrp="1"/>
          </p:cNvSpPr>
          <p:nvPr>
            <p:ph type="body" idx="1"/>
          </p:nvPr>
        </p:nvSpPr>
        <p:spPr>
          <a:xfrm>
            <a:off x="2479675" y="2291377"/>
            <a:ext cx="4184700" cy="22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26"/>
          <p:cNvSpPr txBox="1">
            <a:spLocks noGrp="1"/>
          </p:cNvSpPr>
          <p:nvPr>
            <p:ph type="subTitle" idx="2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82" name="Google Shape;182;p26"/>
          <p:cNvSpPr txBox="1">
            <a:spLocks noGrp="1"/>
          </p:cNvSpPr>
          <p:nvPr>
            <p:ph type="subTitle" idx="3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 type="titleOnly">
  <p:cSld name="TITLE_ONLY">
    <p:bg>
      <p:bgPr>
        <a:solidFill>
          <a:schemeClr val="lt1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>
            <a:spLocks noGrp="1"/>
          </p:cNvSpPr>
          <p:nvPr>
            <p:ph type="pic" idx="2"/>
          </p:nvPr>
        </p:nvSpPr>
        <p:spPr>
          <a:xfrm rot="299866">
            <a:off x="764484" y="2679783"/>
            <a:ext cx="1938771" cy="1938771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85" name="Google Shape;185;p27"/>
          <p:cNvSpPr>
            <a:spLocks noGrp="1"/>
          </p:cNvSpPr>
          <p:nvPr>
            <p:ph type="pic" idx="3"/>
          </p:nvPr>
        </p:nvSpPr>
        <p:spPr>
          <a:xfrm rot="-299913">
            <a:off x="3602840" y="2620826"/>
            <a:ext cx="1938472" cy="1938472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86" name="Google Shape;186;p27"/>
          <p:cNvSpPr>
            <a:spLocks noGrp="1"/>
          </p:cNvSpPr>
          <p:nvPr>
            <p:ph type="pic" idx="4"/>
          </p:nvPr>
        </p:nvSpPr>
        <p:spPr>
          <a:xfrm rot="299913">
            <a:off x="6440891" y="2679947"/>
            <a:ext cx="1938472" cy="1938472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87" name="Google Shape;187;p27"/>
          <p:cNvSpPr txBox="1">
            <a:spLocks noGrp="1"/>
          </p:cNvSpPr>
          <p:nvPr>
            <p:ph type="sldNum" idx="12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27"/>
          <p:cNvSpPr txBox="1">
            <a:spLocks noGrp="1"/>
          </p:cNvSpPr>
          <p:nvPr>
            <p:ph type="subTitle" idx="1"/>
          </p:nvPr>
        </p:nvSpPr>
        <p:spPr>
          <a:xfrm>
            <a:off x="381063" y="1182922"/>
            <a:ext cx="2705400" cy="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189" name="Google Shape;189;p27"/>
          <p:cNvSpPr txBox="1">
            <a:spLocks noGrp="1"/>
          </p:cNvSpPr>
          <p:nvPr>
            <p:ph type="body" idx="5"/>
          </p:nvPr>
        </p:nvSpPr>
        <p:spPr>
          <a:xfrm>
            <a:off x="381063" y="1521625"/>
            <a:ext cx="27054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90" name="Google Shape;190;p27"/>
          <p:cNvSpPr txBox="1">
            <a:spLocks noGrp="1"/>
          </p:cNvSpPr>
          <p:nvPr>
            <p:ph type="subTitle" idx="6"/>
          </p:nvPr>
        </p:nvSpPr>
        <p:spPr>
          <a:xfrm>
            <a:off x="3219300" y="1182922"/>
            <a:ext cx="2705400" cy="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191" name="Google Shape;191;p27"/>
          <p:cNvSpPr txBox="1">
            <a:spLocks noGrp="1"/>
          </p:cNvSpPr>
          <p:nvPr>
            <p:ph type="body" idx="7"/>
          </p:nvPr>
        </p:nvSpPr>
        <p:spPr>
          <a:xfrm>
            <a:off x="3219300" y="1521625"/>
            <a:ext cx="27054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92" name="Google Shape;192;p27"/>
          <p:cNvSpPr txBox="1">
            <a:spLocks noGrp="1"/>
          </p:cNvSpPr>
          <p:nvPr>
            <p:ph type="subTitle" idx="8"/>
          </p:nvPr>
        </p:nvSpPr>
        <p:spPr>
          <a:xfrm>
            <a:off x="6057538" y="1182922"/>
            <a:ext cx="2705400" cy="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193" name="Google Shape;193;p27"/>
          <p:cNvSpPr txBox="1">
            <a:spLocks noGrp="1"/>
          </p:cNvSpPr>
          <p:nvPr>
            <p:ph type="body" idx="9"/>
          </p:nvPr>
        </p:nvSpPr>
        <p:spPr>
          <a:xfrm>
            <a:off x="6057538" y="1521625"/>
            <a:ext cx="27054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94" name="Google Shape;194;p27"/>
          <p:cNvSpPr txBox="1">
            <a:spLocks noGrp="1"/>
          </p:cNvSpPr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7"/>
          <p:cNvSpPr txBox="1">
            <a:spLocks noGrp="1"/>
          </p:cNvSpPr>
          <p:nvPr>
            <p:ph type="subTitle" idx="13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96" name="Google Shape;196;p27"/>
          <p:cNvSpPr txBox="1">
            <a:spLocks noGrp="1"/>
          </p:cNvSpPr>
          <p:nvPr>
            <p:ph type="subTitle" idx="14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1">
  <p:cSld name="ONE_COLUMN_TEXT"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>
            <a:spLocks noGrp="1"/>
          </p:cNvSpPr>
          <p:nvPr>
            <p:ph type="pic" idx="2"/>
          </p:nvPr>
        </p:nvSpPr>
        <p:spPr>
          <a:xfrm>
            <a:off x="434125" y="2147825"/>
            <a:ext cx="8275200" cy="26793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199" name="Google Shape;199;p28"/>
          <p:cNvSpPr txBox="1">
            <a:spLocks noGrp="1"/>
          </p:cNvSpPr>
          <p:nvPr>
            <p:ph type="sldNum" idx="12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28"/>
          <p:cNvSpPr txBox="1">
            <a:spLocks noGrp="1"/>
          </p:cNvSpPr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8"/>
          <p:cNvSpPr txBox="1">
            <a:spLocks noGrp="1"/>
          </p:cNvSpPr>
          <p:nvPr>
            <p:ph type="body" idx="1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28"/>
          <p:cNvSpPr txBox="1">
            <a:spLocks noGrp="1"/>
          </p:cNvSpPr>
          <p:nvPr>
            <p:ph type="subTitle" idx="3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03" name="Google Shape;203;p28"/>
          <p:cNvSpPr txBox="1">
            <a:spLocks noGrp="1"/>
          </p:cNvSpPr>
          <p:nvPr>
            <p:ph type="subTitle" idx="4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3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left">
  <p:cSld name="ONE_COLUMN_TEXT_1">
    <p:bg>
      <p:bgPr>
        <a:solidFill>
          <a:schemeClr val="lt1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29"/>
          <p:cNvGrpSpPr/>
          <p:nvPr/>
        </p:nvGrpSpPr>
        <p:grpSpPr>
          <a:xfrm>
            <a:off x="433788" y="1202208"/>
            <a:ext cx="2632899" cy="904617"/>
            <a:chOff x="433788" y="1202208"/>
            <a:chExt cx="2632899" cy="904617"/>
          </a:xfrm>
        </p:grpSpPr>
        <p:sp>
          <p:nvSpPr>
            <p:cNvPr id="206" name="Google Shape;206;p29"/>
            <p:cNvSpPr/>
            <p:nvPr/>
          </p:nvSpPr>
          <p:spPr>
            <a:xfrm>
              <a:off x="433788" y="1202325"/>
              <a:ext cx="2632800" cy="904500"/>
            </a:xfrm>
            <a:prstGeom prst="snip1Rect">
              <a:avLst>
                <a:gd name="adj" fmla="val 3510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7" name="Google Shape;207;p29"/>
            <p:cNvSpPr/>
            <p:nvPr/>
          </p:nvSpPr>
          <p:spPr>
            <a:xfrm rot="-6523">
              <a:off x="2750486" y="1202508"/>
              <a:ext cx="316201" cy="31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08" name="Google Shape;208;p29"/>
          <p:cNvSpPr txBox="1">
            <a:spLocks noGrp="1"/>
          </p:cNvSpPr>
          <p:nvPr>
            <p:ph type="subTitle" idx="1"/>
          </p:nvPr>
        </p:nvSpPr>
        <p:spPr>
          <a:xfrm>
            <a:off x="437000" y="1202200"/>
            <a:ext cx="2322900" cy="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09" name="Google Shape;209;p29"/>
          <p:cNvSpPr txBox="1">
            <a:spLocks noGrp="1"/>
          </p:cNvSpPr>
          <p:nvPr>
            <p:ph type="body" idx="2"/>
          </p:nvPr>
        </p:nvSpPr>
        <p:spPr>
          <a:xfrm>
            <a:off x="437000" y="1460325"/>
            <a:ext cx="26328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29"/>
          <p:cNvSpPr>
            <a:spLocks noGrp="1"/>
          </p:cNvSpPr>
          <p:nvPr>
            <p:ph type="pic" idx="3"/>
          </p:nvPr>
        </p:nvSpPr>
        <p:spPr>
          <a:xfrm>
            <a:off x="434125" y="2147825"/>
            <a:ext cx="8275200" cy="26793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211" name="Google Shape;211;p29"/>
          <p:cNvSpPr txBox="1">
            <a:spLocks noGrp="1"/>
          </p:cNvSpPr>
          <p:nvPr>
            <p:ph type="sldNum" idx="12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29"/>
          <p:cNvSpPr txBox="1">
            <a:spLocks noGrp="1"/>
          </p:cNvSpPr>
          <p:nvPr>
            <p:ph type="subTitle" idx="4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14" name="Google Shape;214;p29"/>
          <p:cNvSpPr txBox="1">
            <a:spLocks noGrp="1"/>
          </p:cNvSpPr>
          <p:nvPr>
            <p:ph type="subTitle" idx="5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3">
          <p15:clr>
            <a:srgbClr val="E46962"/>
          </p15:clr>
        </p15:guide>
        <p15:guide id="2" orient="horz" pos="1353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middle">
  <p:cSld name="ONE_COLUMN_TEXT_1_2">
    <p:bg>
      <p:bgPr>
        <a:solidFill>
          <a:schemeClr val="lt1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30"/>
          <p:cNvGrpSpPr/>
          <p:nvPr/>
        </p:nvGrpSpPr>
        <p:grpSpPr>
          <a:xfrm>
            <a:off x="3253950" y="1202208"/>
            <a:ext cx="2632899" cy="904617"/>
            <a:chOff x="3253950" y="1202208"/>
            <a:chExt cx="2632899" cy="904617"/>
          </a:xfrm>
        </p:grpSpPr>
        <p:sp>
          <p:nvSpPr>
            <p:cNvPr id="217" name="Google Shape;217;p30"/>
            <p:cNvSpPr/>
            <p:nvPr/>
          </p:nvSpPr>
          <p:spPr>
            <a:xfrm>
              <a:off x="3253950" y="1202325"/>
              <a:ext cx="2632800" cy="904500"/>
            </a:xfrm>
            <a:prstGeom prst="snip1Rect">
              <a:avLst>
                <a:gd name="adj" fmla="val 351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8" name="Google Shape;218;p30"/>
            <p:cNvSpPr/>
            <p:nvPr/>
          </p:nvSpPr>
          <p:spPr>
            <a:xfrm rot="-6523">
              <a:off x="5570649" y="1202508"/>
              <a:ext cx="316201" cy="31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19" name="Google Shape;219;p30"/>
          <p:cNvSpPr txBox="1">
            <a:spLocks noGrp="1"/>
          </p:cNvSpPr>
          <p:nvPr>
            <p:ph type="subTitle" idx="1"/>
          </p:nvPr>
        </p:nvSpPr>
        <p:spPr>
          <a:xfrm>
            <a:off x="3257163" y="1202200"/>
            <a:ext cx="2322900" cy="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20" name="Google Shape;220;p30"/>
          <p:cNvSpPr txBox="1">
            <a:spLocks noGrp="1"/>
          </p:cNvSpPr>
          <p:nvPr>
            <p:ph type="body" idx="2"/>
          </p:nvPr>
        </p:nvSpPr>
        <p:spPr>
          <a:xfrm>
            <a:off x="3257163" y="1460325"/>
            <a:ext cx="26328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30"/>
          <p:cNvSpPr>
            <a:spLocks noGrp="1"/>
          </p:cNvSpPr>
          <p:nvPr>
            <p:ph type="pic" idx="3"/>
          </p:nvPr>
        </p:nvSpPr>
        <p:spPr>
          <a:xfrm>
            <a:off x="434125" y="2147825"/>
            <a:ext cx="8275200" cy="26793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222" name="Google Shape;222;p30"/>
          <p:cNvSpPr txBox="1">
            <a:spLocks noGrp="1"/>
          </p:cNvSpPr>
          <p:nvPr>
            <p:ph type="sldNum" idx="12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" name="Google Shape;223;p30"/>
          <p:cNvSpPr txBox="1">
            <a:spLocks noGrp="1"/>
          </p:cNvSpPr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30"/>
          <p:cNvSpPr txBox="1">
            <a:spLocks noGrp="1"/>
          </p:cNvSpPr>
          <p:nvPr>
            <p:ph type="subTitle" idx="4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25" name="Google Shape;225;p30"/>
          <p:cNvSpPr txBox="1">
            <a:spLocks noGrp="1"/>
          </p:cNvSpPr>
          <p:nvPr>
            <p:ph type="subTitle" idx="5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right, long text">
  <p:cSld name="ONE_COLUMN_TEXT_1_1">
    <p:bg>
      <p:bgPr>
        <a:solidFill>
          <a:schemeClr val="lt1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/>
          <p:nvPr/>
        </p:nvSpPr>
        <p:spPr>
          <a:xfrm>
            <a:off x="3253825" y="1202325"/>
            <a:ext cx="5453100" cy="904500"/>
          </a:xfrm>
          <a:prstGeom prst="snip1Rect">
            <a:avLst>
              <a:gd name="adj" fmla="val 3501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28" name="Google Shape;228;p31"/>
          <p:cNvSpPr txBox="1">
            <a:spLocks noGrp="1"/>
          </p:cNvSpPr>
          <p:nvPr>
            <p:ph type="subTitle" idx="1"/>
          </p:nvPr>
        </p:nvSpPr>
        <p:spPr>
          <a:xfrm>
            <a:off x="3253950" y="1202200"/>
            <a:ext cx="5136900" cy="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29" name="Google Shape;229;p31"/>
          <p:cNvSpPr>
            <a:spLocks noGrp="1"/>
          </p:cNvSpPr>
          <p:nvPr>
            <p:ph type="pic" idx="2"/>
          </p:nvPr>
        </p:nvSpPr>
        <p:spPr>
          <a:xfrm>
            <a:off x="434125" y="2147825"/>
            <a:ext cx="8275200" cy="26793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230" name="Google Shape;230;p31"/>
          <p:cNvSpPr txBox="1">
            <a:spLocks noGrp="1"/>
          </p:cNvSpPr>
          <p:nvPr>
            <p:ph type="body" idx="3"/>
          </p:nvPr>
        </p:nvSpPr>
        <p:spPr>
          <a:xfrm>
            <a:off x="3253950" y="1460325"/>
            <a:ext cx="54531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1" name="Google Shape;231;p31"/>
          <p:cNvSpPr txBox="1">
            <a:spLocks noGrp="1"/>
          </p:cNvSpPr>
          <p:nvPr>
            <p:ph type="sldNum" idx="12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31"/>
          <p:cNvSpPr txBox="1">
            <a:spLocks noGrp="1"/>
          </p:cNvSpPr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31"/>
          <p:cNvSpPr txBox="1">
            <a:spLocks noGrp="1"/>
          </p:cNvSpPr>
          <p:nvPr>
            <p:ph type="subTitle" idx="4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34" name="Google Shape;234;p31"/>
          <p:cNvSpPr txBox="1">
            <a:spLocks noGrp="1"/>
          </p:cNvSpPr>
          <p:nvPr>
            <p:ph type="subTitle" idx="5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35" name="Google Shape;235;p31"/>
          <p:cNvSpPr/>
          <p:nvPr/>
        </p:nvSpPr>
        <p:spPr>
          <a:xfrm rot="-6523">
            <a:off x="8390811" y="1202508"/>
            <a:ext cx="316201" cy="318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">
    <p:bg>
      <p:bgPr>
        <a:solidFill>
          <a:schemeClr val="lt1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32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238" name="Google Shape;238;p32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39" name="Google Shape;239;p32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40" name="Google Shape;240;p32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41" name="Google Shape;241;p32"/>
            <p:cNvSpPr/>
            <p:nvPr/>
          </p:nvSpPr>
          <p:spPr>
            <a:xfrm rot="4500068" flipH="1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42" name="Google Shape;242;p32"/>
          <p:cNvSpPr txBox="1">
            <a:spLocks noGrp="1"/>
          </p:cNvSpPr>
          <p:nvPr>
            <p:ph type="sldNum" idx="12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32"/>
          <p:cNvSpPr txBox="1">
            <a:spLocks noGrp="1"/>
          </p:cNvSpPr>
          <p:nvPr>
            <p:ph type="title"/>
          </p:nvPr>
        </p:nvSpPr>
        <p:spPr>
          <a:xfrm>
            <a:off x="2479675" y="1637413"/>
            <a:ext cx="418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4" name="Google Shape;244;p32"/>
          <p:cNvSpPr txBox="1">
            <a:spLocks noGrp="1"/>
          </p:cNvSpPr>
          <p:nvPr>
            <p:ph type="body" idx="1"/>
          </p:nvPr>
        </p:nvSpPr>
        <p:spPr>
          <a:xfrm>
            <a:off x="2479675" y="2291377"/>
            <a:ext cx="4184700" cy="22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5" name="Google Shape;245;p32"/>
          <p:cNvSpPr txBox="1">
            <a:spLocks noGrp="1"/>
          </p:cNvSpPr>
          <p:nvPr>
            <p:ph type="subTitle" idx="2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46" name="Google Shape;246;p32"/>
          <p:cNvSpPr txBox="1">
            <a:spLocks noGrp="1"/>
          </p:cNvSpPr>
          <p:nvPr>
            <p:ph type="subTitle" idx="3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2">
  <p:cSld name="MAIN_POINT">
    <p:bg>
      <p:bgPr>
        <a:solidFill>
          <a:schemeClr val="lt1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>
            <a:spLocks noGrp="1"/>
          </p:cNvSpPr>
          <p:nvPr>
            <p:ph type="pic" idx="2"/>
          </p:nvPr>
        </p:nvSpPr>
        <p:spPr>
          <a:xfrm rot="300107">
            <a:off x="4903200" y="846465"/>
            <a:ext cx="3950142" cy="3456249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49" name="Google Shape;249;p33"/>
          <p:cNvSpPr txBox="1">
            <a:spLocks noGrp="1"/>
          </p:cNvSpPr>
          <p:nvPr>
            <p:ph type="sldNum" idx="12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" name="Google Shape;250;p33"/>
          <p:cNvSpPr txBox="1">
            <a:spLocks noGrp="1"/>
          </p:cNvSpPr>
          <p:nvPr>
            <p:ph type="title"/>
          </p:nvPr>
        </p:nvSpPr>
        <p:spPr>
          <a:xfrm>
            <a:off x="333925" y="1249533"/>
            <a:ext cx="3662100" cy="9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33"/>
          <p:cNvSpPr txBox="1">
            <a:spLocks noGrp="1"/>
          </p:cNvSpPr>
          <p:nvPr>
            <p:ph type="body" idx="1"/>
          </p:nvPr>
        </p:nvSpPr>
        <p:spPr>
          <a:xfrm>
            <a:off x="333925" y="2291390"/>
            <a:ext cx="36621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252" name="Google Shape;252;p33"/>
          <p:cNvSpPr txBox="1">
            <a:spLocks noGrp="1"/>
          </p:cNvSpPr>
          <p:nvPr>
            <p:ph type="subTitle" idx="3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53" name="Google Shape;253;p33"/>
          <p:cNvSpPr txBox="1">
            <a:spLocks noGrp="1"/>
          </p:cNvSpPr>
          <p:nvPr>
            <p:ph type="subTitle" idx="4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3">
  <p:cSld name="MAIN_POINT_1">
    <p:bg>
      <p:bgPr>
        <a:solidFill>
          <a:schemeClr val="lt1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>
            <a:spLocks noGrp="1"/>
          </p:cNvSpPr>
          <p:nvPr>
            <p:ph type="pic" idx="2"/>
          </p:nvPr>
        </p:nvSpPr>
        <p:spPr>
          <a:xfrm rot="-300067">
            <a:off x="550589" y="883785"/>
            <a:ext cx="3630622" cy="3658027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56" name="Google Shape;256;p34"/>
          <p:cNvSpPr txBox="1">
            <a:spLocks noGrp="1"/>
          </p:cNvSpPr>
          <p:nvPr>
            <p:ph type="sldNum" idx="12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4"/>
          <p:cNvSpPr txBox="1">
            <a:spLocks noGrp="1"/>
          </p:cNvSpPr>
          <p:nvPr>
            <p:ph type="title"/>
          </p:nvPr>
        </p:nvSpPr>
        <p:spPr>
          <a:xfrm>
            <a:off x="5204625" y="1249533"/>
            <a:ext cx="3662100" cy="9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34"/>
          <p:cNvSpPr txBox="1">
            <a:spLocks noGrp="1"/>
          </p:cNvSpPr>
          <p:nvPr>
            <p:ph type="body" idx="1"/>
          </p:nvPr>
        </p:nvSpPr>
        <p:spPr>
          <a:xfrm>
            <a:off x="5204625" y="2291390"/>
            <a:ext cx="36621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259" name="Google Shape;259;p34"/>
          <p:cNvSpPr txBox="1">
            <a:spLocks noGrp="1"/>
          </p:cNvSpPr>
          <p:nvPr>
            <p:ph type="subTitle" idx="3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60" name="Google Shape;260;p34"/>
          <p:cNvSpPr txBox="1">
            <a:spLocks noGrp="1"/>
          </p:cNvSpPr>
          <p:nvPr>
            <p:ph type="subTitle" idx="4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and descriptions">
  <p:cSld name="SECTION_TITLE_AND_DESCRIPTION">
    <p:bg>
      <p:bgPr>
        <a:solidFill>
          <a:schemeClr val="lt1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5"/>
          <p:cNvSpPr>
            <a:spLocks noGrp="1"/>
          </p:cNvSpPr>
          <p:nvPr>
            <p:ph type="pic" idx="2"/>
          </p:nvPr>
        </p:nvSpPr>
        <p:spPr>
          <a:xfrm>
            <a:off x="3544863" y="1543050"/>
            <a:ext cx="2057400" cy="20574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263" name="Google Shape;263;p35"/>
          <p:cNvSpPr>
            <a:spLocks noGrp="1"/>
          </p:cNvSpPr>
          <p:nvPr>
            <p:ph type="pic" idx="3"/>
          </p:nvPr>
        </p:nvSpPr>
        <p:spPr>
          <a:xfrm>
            <a:off x="6658538" y="1543050"/>
            <a:ext cx="2057400" cy="20574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264" name="Google Shape;264;p35"/>
          <p:cNvSpPr>
            <a:spLocks noGrp="1"/>
          </p:cNvSpPr>
          <p:nvPr>
            <p:ph type="pic" idx="4"/>
          </p:nvPr>
        </p:nvSpPr>
        <p:spPr>
          <a:xfrm>
            <a:off x="431200" y="1543050"/>
            <a:ext cx="2057400" cy="20574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265" name="Google Shape;265;p35"/>
          <p:cNvSpPr txBox="1">
            <a:spLocks noGrp="1"/>
          </p:cNvSpPr>
          <p:nvPr>
            <p:ph type="sldNum" idx="12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35"/>
          <p:cNvSpPr txBox="1">
            <a:spLocks noGrp="1"/>
          </p:cNvSpPr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35"/>
          <p:cNvSpPr txBox="1">
            <a:spLocks noGrp="1"/>
          </p:cNvSpPr>
          <p:nvPr>
            <p:ph type="subTitle" idx="1"/>
          </p:nvPr>
        </p:nvSpPr>
        <p:spPr>
          <a:xfrm>
            <a:off x="381100" y="3676650"/>
            <a:ext cx="2107500" cy="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68" name="Google Shape;268;p35"/>
          <p:cNvSpPr txBox="1">
            <a:spLocks noGrp="1"/>
          </p:cNvSpPr>
          <p:nvPr>
            <p:ph type="subTitle" idx="5"/>
          </p:nvPr>
        </p:nvSpPr>
        <p:spPr>
          <a:xfrm>
            <a:off x="3494775" y="3676650"/>
            <a:ext cx="2107500" cy="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69" name="Google Shape;269;p35"/>
          <p:cNvSpPr txBox="1">
            <a:spLocks noGrp="1"/>
          </p:cNvSpPr>
          <p:nvPr>
            <p:ph type="subTitle" idx="6"/>
          </p:nvPr>
        </p:nvSpPr>
        <p:spPr>
          <a:xfrm>
            <a:off x="6608438" y="3676650"/>
            <a:ext cx="2107500" cy="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70" name="Google Shape;270;p35"/>
          <p:cNvSpPr txBox="1">
            <a:spLocks noGrp="1"/>
          </p:cNvSpPr>
          <p:nvPr>
            <p:ph type="subTitle" idx="7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71" name="Google Shape;271;p35"/>
          <p:cNvSpPr txBox="1">
            <a:spLocks noGrp="1"/>
          </p:cNvSpPr>
          <p:nvPr>
            <p:ph type="subTitle" idx="8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wo column bullet points">
  <p:cSld name="CAPTION_ONLY">
    <p:bg>
      <p:bgPr>
        <a:solidFill>
          <a:schemeClr val="lt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273;p36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274" name="Google Shape;274;p36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75" name="Google Shape;275;p36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76" name="Google Shape;276;p36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77" name="Google Shape;277;p36"/>
            <p:cNvSpPr/>
            <p:nvPr/>
          </p:nvSpPr>
          <p:spPr>
            <a:xfrm rot="4500068" flipH="1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78" name="Google Shape;278;p36"/>
          <p:cNvSpPr txBox="1">
            <a:spLocks noGrp="1"/>
          </p:cNvSpPr>
          <p:nvPr>
            <p:ph type="sldNum" idx="12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36"/>
          <p:cNvSpPr txBox="1">
            <a:spLocks noGrp="1"/>
          </p:cNvSpPr>
          <p:nvPr>
            <p:ph type="title"/>
          </p:nvPr>
        </p:nvSpPr>
        <p:spPr>
          <a:xfrm>
            <a:off x="333925" y="1249513"/>
            <a:ext cx="3662100" cy="9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0" name="Google Shape;280;p36"/>
          <p:cNvSpPr txBox="1">
            <a:spLocks noGrp="1"/>
          </p:cNvSpPr>
          <p:nvPr>
            <p:ph type="body" idx="1"/>
          </p:nvPr>
        </p:nvSpPr>
        <p:spPr>
          <a:xfrm>
            <a:off x="333925" y="2291377"/>
            <a:ext cx="3662100" cy="20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marL="914400" lvl="1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36"/>
          <p:cNvSpPr txBox="1">
            <a:spLocks noGrp="1"/>
          </p:cNvSpPr>
          <p:nvPr>
            <p:ph type="body" idx="2"/>
          </p:nvPr>
        </p:nvSpPr>
        <p:spPr>
          <a:xfrm>
            <a:off x="4595076" y="2291377"/>
            <a:ext cx="3662100" cy="20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marL="914400" lvl="1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2" name="Google Shape;282;p36"/>
          <p:cNvSpPr txBox="1">
            <a:spLocks noGrp="1"/>
          </p:cNvSpPr>
          <p:nvPr>
            <p:ph type="subTitle" idx="3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83" name="Google Shape;283;p36"/>
          <p:cNvSpPr txBox="1">
            <a:spLocks noGrp="1"/>
          </p:cNvSpPr>
          <p:nvPr>
            <p:ph type="subTitle" idx="4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eck for understanding">
  <p:cSld name="CAPTION_ONLY_1"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p37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sp>
          <p:nvSpPr>
            <p:cNvPr id="286" name="Google Shape;286;p37"/>
            <p:cNvSpPr/>
            <p:nvPr/>
          </p:nvSpPr>
          <p:spPr>
            <a:xfrm>
              <a:off x="0" y="100"/>
              <a:ext cx="9144000" cy="5143500"/>
            </a:xfrm>
            <a:prstGeom prst="snip1Rect">
              <a:avLst>
                <a:gd name="adj" fmla="val 40868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87" name="Google Shape;287;p37"/>
            <p:cNvSpPr/>
            <p:nvPr/>
          </p:nvSpPr>
          <p:spPr>
            <a:xfrm rot="10800000">
              <a:off x="7036475" y="1219850"/>
              <a:ext cx="2107500" cy="186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88" name="Google Shape;288;p37"/>
            <p:cNvSpPr/>
            <p:nvPr/>
          </p:nvSpPr>
          <p:spPr>
            <a:xfrm rot="4500068" flipH="1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89" name="Google Shape;289;p37"/>
          <p:cNvSpPr txBox="1">
            <a:spLocks noGrp="1"/>
          </p:cNvSpPr>
          <p:nvPr>
            <p:ph type="body" idx="1"/>
          </p:nvPr>
        </p:nvSpPr>
        <p:spPr>
          <a:xfrm>
            <a:off x="333925" y="3630575"/>
            <a:ext cx="6790800" cy="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marL="914400" lvl="1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0" name="Google Shape;290;p37"/>
          <p:cNvSpPr txBox="1">
            <a:spLocks noGrp="1"/>
          </p:cNvSpPr>
          <p:nvPr>
            <p:ph type="sldNum" idx="12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7"/>
          <p:cNvSpPr txBox="1">
            <a:spLocks noGrp="1"/>
          </p:cNvSpPr>
          <p:nvPr>
            <p:ph type="title"/>
          </p:nvPr>
        </p:nvSpPr>
        <p:spPr>
          <a:xfrm>
            <a:off x="333925" y="1249513"/>
            <a:ext cx="3662100" cy="9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2" name="Google Shape;292;p37"/>
          <p:cNvSpPr txBox="1">
            <a:spLocks noGrp="1"/>
          </p:cNvSpPr>
          <p:nvPr>
            <p:ph type="subTitle" idx="2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93" name="Google Shape;293;p37"/>
          <p:cNvSpPr txBox="1">
            <a:spLocks noGrp="1"/>
          </p:cNvSpPr>
          <p:nvPr>
            <p:ph type="subTitle" idx="3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94" name="Google Shape;294;p37"/>
          <p:cNvSpPr txBox="1">
            <a:spLocks noGrp="1"/>
          </p:cNvSpPr>
          <p:nvPr>
            <p:ph type="body" idx="4"/>
          </p:nvPr>
        </p:nvSpPr>
        <p:spPr>
          <a:xfrm>
            <a:off x="333925" y="3184176"/>
            <a:ext cx="6790800" cy="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marL="914400" lvl="1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5" name="Google Shape;295;p37"/>
          <p:cNvSpPr txBox="1">
            <a:spLocks noGrp="1"/>
          </p:cNvSpPr>
          <p:nvPr>
            <p:ph type="body" idx="5"/>
          </p:nvPr>
        </p:nvSpPr>
        <p:spPr>
          <a:xfrm>
            <a:off x="333925" y="2737776"/>
            <a:ext cx="6790800" cy="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marL="914400" lvl="1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6" name="Google Shape;296;p37"/>
          <p:cNvSpPr txBox="1">
            <a:spLocks noGrp="1"/>
          </p:cNvSpPr>
          <p:nvPr>
            <p:ph type="body" idx="6"/>
          </p:nvPr>
        </p:nvSpPr>
        <p:spPr>
          <a:xfrm>
            <a:off x="333925" y="2291377"/>
            <a:ext cx="6790800" cy="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marL="914400" lvl="1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ype">
  <p:cSld name="BIG_NUMBER">
    <p:bg>
      <p:bgPr>
        <a:solidFill>
          <a:schemeClr val="lt2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>
            <a:spLocks noGrp="1"/>
          </p:cNvSpPr>
          <p:nvPr>
            <p:ph type="sldNum" idx="12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38"/>
          <p:cNvSpPr txBox="1"/>
          <p:nvPr/>
        </p:nvSpPr>
        <p:spPr>
          <a:xfrm>
            <a:off x="2479675" y="2285400"/>
            <a:ext cx="4184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Questions?</a:t>
            </a:r>
            <a:endParaRPr sz="2800">
              <a:solidFill>
                <a:schemeClr val="lt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grpSp>
        <p:nvGrpSpPr>
          <p:cNvPr id="300" name="Google Shape;300;p38"/>
          <p:cNvGrpSpPr/>
          <p:nvPr/>
        </p:nvGrpSpPr>
        <p:grpSpPr>
          <a:xfrm rot="300150">
            <a:off x="1277165" y="536719"/>
            <a:ext cx="6594752" cy="4068617"/>
            <a:chOff x="1277284" y="536521"/>
            <a:chExt cx="6594691" cy="4068580"/>
          </a:xfrm>
        </p:grpSpPr>
        <p:grpSp>
          <p:nvGrpSpPr>
            <p:cNvPr id="301" name="Google Shape;301;p38"/>
            <p:cNvGrpSpPr/>
            <p:nvPr/>
          </p:nvGrpSpPr>
          <p:grpSpPr>
            <a:xfrm>
              <a:off x="1277284" y="891662"/>
              <a:ext cx="6594077" cy="3357715"/>
              <a:chOff x="1277284" y="891662"/>
              <a:chExt cx="6594077" cy="3357715"/>
            </a:xfrm>
          </p:grpSpPr>
          <p:sp>
            <p:nvSpPr>
              <p:cNvPr id="302" name="Google Shape;302;p38"/>
              <p:cNvSpPr/>
              <p:nvPr/>
            </p:nvSpPr>
            <p:spPr>
              <a:xfrm rot="-2190">
                <a:off x="6458566" y="1876325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03" name="Google Shape;303;p38"/>
              <p:cNvSpPr/>
              <p:nvPr/>
            </p:nvSpPr>
            <p:spPr>
              <a:xfrm rot="-2453" flipH="1">
                <a:off x="1277283" y="893727"/>
                <a:ext cx="4625401" cy="3354000"/>
              </a:xfrm>
              <a:prstGeom prst="snip1Rect">
                <a:avLst>
                  <a:gd name="adj" fmla="val 4969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04" name="Google Shape;304;p38"/>
              <p:cNvSpPr/>
              <p:nvPr/>
            </p:nvSpPr>
            <p:spPr>
              <a:xfrm rot="10797547" flipH="1">
                <a:off x="3245660" y="893312"/>
                <a:ext cx="4625701" cy="3354000"/>
              </a:xfrm>
              <a:prstGeom prst="snip1Rect">
                <a:avLst>
                  <a:gd name="adj" fmla="val 4966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05" name="Google Shape;305;p38"/>
              <p:cNvSpPr/>
              <p:nvPr/>
            </p:nvSpPr>
            <p:spPr>
              <a:xfrm rot="-2190">
                <a:off x="1277395" y="1877958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06" name="Google Shape;306;p38"/>
            <p:cNvSpPr/>
            <p:nvPr/>
          </p:nvSpPr>
          <p:spPr>
            <a:xfrm rot="-4517241">
              <a:off x="1416960" y="705331"/>
              <a:ext cx="1386770" cy="13615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307" name="Google Shape;307;p38"/>
            <p:cNvSpPr/>
            <p:nvPr/>
          </p:nvSpPr>
          <p:spPr>
            <a:xfrm rot="6281922">
              <a:off x="6346470" y="3074659"/>
              <a:ext cx="1384510" cy="136318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08" name="Google Shape;308;p38"/>
          <p:cNvSpPr txBox="1">
            <a:spLocks noGrp="1"/>
          </p:cNvSpPr>
          <p:nvPr>
            <p:ph type="title"/>
          </p:nvPr>
        </p:nvSpPr>
        <p:spPr>
          <a:xfrm>
            <a:off x="2479675" y="2285400"/>
            <a:ext cx="418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38"/>
          <p:cNvSpPr txBox="1">
            <a:spLocks noGrp="1"/>
          </p:cNvSpPr>
          <p:nvPr>
            <p:ph type="subTitle" idx="1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10" name="Google Shape;310;p38"/>
          <p:cNvSpPr txBox="1">
            <a:spLocks noGrp="1"/>
          </p:cNvSpPr>
          <p:nvPr>
            <p:ph type="subTitle" idx="2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blank" type="blank">
  <p:cSld name="BLANK">
    <p:bg>
      <p:bgPr>
        <a:solidFill>
          <a:schemeClr val="lt1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sldNum" idx="12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3" name="Google Shape;313;p39"/>
          <p:cNvSpPr txBox="1">
            <a:spLocks noGrp="1"/>
          </p:cNvSpPr>
          <p:nvPr>
            <p:ph type="subTitle" idx="1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14" name="Google Shape;314;p39"/>
          <p:cNvSpPr txBox="1">
            <a:spLocks noGrp="1"/>
          </p:cNvSpPr>
          <p:nvPr>
            <p:ph type="subTitle" idx="2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7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75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365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365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365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365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365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365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365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365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260675" y="205550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A84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0"/>
          <p:cNvSpPr txBox="1">
            <a:spLocks noGrp="1"/>
          </p:cNvSpPr>
          <p:nvPr>
            <p:ph type="ctrTitle"/>
          </p:nvPr>
        </p:nvSpPr>
        <p:spPr>
          <a:xfrm>
            <a:off x="2400750" y="1694550"/>
            <a:ext cx="4342500" cy="8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Amazon </a:t>
            </a:r>
            <a:r>
              <a:rPr lang="en">
                <a:solidFill>
                  <a:srgbClr val="6AA84F"/>
                </a:solidFill>
              </a:rPr>
              <a:t>Fresh</a:t>
            </a:r>
            <a:r>
              <a:rPr lang="en"/>
              <a:t> </a:t>
            </a:r>
            <a:endParaRPr/>
          </a:p>
        </p:txBody>
      </p:sp>
      <p:sp>
        <p:nvSpPr>
          <p:cNvPr id="320" name="Google Shape;320;p40"/>
          <p:cNvSpPr txBox="1">
            <a:spLocks noGrp="1"/>
          </p:cNvSpPr>
          <p:nvPr>
            <p:ph type="subTitle" idx="1"/>
          </p:nvPr>
        </p:nvSpPr>
        <p:spPr>
          <a:xfrm>
            <a:off x="1642350" y="2571750"/>
            <a:ext cx="6560700" cy="5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E-commerce &amp; Retail Analytics with SQL</a:t>
            </a:r>
            <a:endParaRPr/>
          </a:p>
        </p:txBody>
      </p:sp>
      <p:sp>
        <p:nvSpPr>
          <p:cNvPr id="321" name="Google Shape;321;p40"/>
          <p:cNvSpPr txBox="1"/>
          <p:nvPr/>
        </p:nvSpPr>
        <p:spPr>
          <a:xfrm>
            <a:off x="3219688" y="3227475"/>
            <a:ext cx="29451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BA084"/>
                </a:solidFill>
                <a:latin typeface="Inter Tight"/>
                <a:ea typeface="Inter Tight"/>
                <a:cs typeface="Inter Tight"/>
                <a:sym typeface="Inter Tight"/>
              </a:rPr>
              <a:t>Sangeetha Gunasekaran</a:t>
            </a:r>
            <a:endParaRPr sz="1600" b="1">
              <a:solidFill>
                <a:srgbClr val="FBA08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"/>
          <p:cNvSpPr txBox="1">
            <a:spLocks noGrp="1"/>
          </p:cNvSpPr>
          <p:nvPr>
            <p:ph type="title"/>
          </p:nvPr>
        </p:nvSpPr>
        <p:spPr>
          <a:xfrm>
            <a:off x="333925" y="544250"/>
            <a:ext cx="30399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27" name="Google Shape;327;p41"/>
          <p:cNvSpPr txBox="1">
            <a:spLocks noGrp="1"/>
          </p:cNvSpPr>
          <p:nvPr>
            <p:ph type="subTitle" idx="1"/>
          </p:nvPr>
        </p:nvSpPr>
        <p:spPr>
          <a:xfrm>
            <a:off x="1114101" y="2572164"/>
            <a:ext cx="3234300" cy="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Key Identification</a:t>
            </a:r>
            <a:endParaRPr/>
          </a:p>
        </p:txBody>
      </p:sp>
      <p:sp>
        <p:nvSpPr>
          <p:cNvPr id="328" name="Google Shape;328;p41"/>
          <p:cNvSpPr txBox="1">
            <a:spLocks noGrp="1"/>
          </p:cNvSpPr>
          <p:nvPr>
            <p:ph type="subTitle" idx="2"/>
          </p:nvPr>
        </p:nvSpPr>
        <p:spPr>
          <a:xfrm>
            <a:off x="1114101" y="3026458"/>
            <a:ext cx="3234300" cy="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Table relationship summary</a:t>
            </a:r>
            <a:endParaRPr/>
          </a:p>
        </p:txBody>
      </p:sp>
      <p:sp>
        <p:nvSpPr>
          <p:cNvPr id="329" name="Google Shape;329;p41"/>
          <p:cNvSpPr txBox="1">
            <a:spLocks noGrp="1"/>
          </p:cNvSpPr>
          <p:nvPr>
            <p:ph type="subTitle" idx="3"/>
          </p:nvPr>
        </p:nvSpPr>
        <p:spPr>
          <a:xfrm>
            <a:off x="1114101" y="3431201"/>
            <a:ext cx="3234300" cy="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ER Diagram</a:t>
            </a:r>
            <a:endParaRPr/>
          </a:p>
        </p:txBody>
      </p:sp>
      <p:sp>
        <p:nvSpPr>
          <p:cNvPr id="330" name="Google Shape;330;p41"/>
          <p:cNvSpPr txBox="1">
            <a:spLocks noGrp="1"/>
          </p:cNvSpPr>
          <p:nvPr>
            <p:ph type="subTitle" idx="4"/>
          </p:nvPr>
        </p:nvSpPr>
        <p:spPr>
          <a:xfrm>
            <a:off x="1114113" y="2117870"/>
            <a:ext cx="3234300" cy="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37C3F"/>
                </a:solidFill>
              </a:rPr>
              <a:t>Preparation </a:t>
            </a:r>
            <a:endParaRPr>
              <a:solidFill>
                <a:srgbClr val="137C3F"/>
              </a:solidFill>
            </a:endParaRPr>
          </a:p>
        </p:txBody>
      </p:sp>
      <p:sp>
        <p:nvSpPr>
          <p:cNvPr id="331" name="Google Shape;331;p41"/>
          <p:cNvSpPr txBox="1">
            <a:spLocks noGrp="1"/>
          </p:cNvSpPr>
          <p:nvPr>
            <p:ph type="subTitle" idx="5"/>
          </p:nvPr>
        </p:nvSpPr>
        <p:spPr>
          <a:xfrm>
            <a:off x="1108411" y="3935114"/>
            <a:ext cx="3723000" cy="6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DDL , DML, Constraints &amp;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Operators</a:t>
            </a:r>
            <a:endParaRPr/>
          </a:p>
        </p:txBody>
      </p:sp>
      <p:sp>
        <p:nvSpPr>
          <p:cNvPr id="332" name="Google Shape;332;p41"/>
          <p:cNvSpPr txBox="1">
            <a:spLocks noGrp="1"/>
          </p:cNvSpPr>
          <p:nvPr>
            <p:ph type="subTitle" idx="6"/>
          </p:nvPr>
        </p:nvSpPr>
        <p:spPr>
          <a:xfrm>
            <a:off x="5327851" y="2117839"/>
            <a:ext cx="3234300" cy="6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Clauses &amp; Aggregations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endParaRPr/>
          </a:p>
        </p:txBody>
      </p:sp>
      <p:sp>
        <p:nvSpPr>
          <p:cNvPr id="333" name="Google Shape;333;p41"/>
          <p:cNvSpPr txBox="1">
            <a:spLocks noGrp="1"/>
          </p:cNvSpPr>
          <p:nvPr>
            <p:ph type="subTitle" idx="7"/>
          </p:nvPr>
        </p:nvSpPr>
        <p:spPr>
          <a:xfrm>
            <a:off x="5327851" y="2572158"/>
            <a:ext cx="3234300" cy="6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Complex Aggregations &amp; joins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endParaRPr/>
          </a:p>
        </p:txBody>
      </p:sp>
      <p:sp>
        <p:nvSpPr>
          <p:cNvPr id="334" name="Google Shape;334;p41"/>
          <p:cNvSpPr txBox="1">
            <a:spLocks noGrp="1"/>
          </p:cNvSpPr>
          <p:nvPr>
            <p:ph type="subTitle" idx="8"/>
          </p:nvPr>
        </p:nvSpPr>
        <p:spPr>
          <a:xfrm>
            <a:off x="5327851" y="3026476"/>
            <a:ext cx="3234300" cy="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Normalization</a:t>
            </a:r>
            <a:endParaRPr/>
          </a:p>
        </p:txBody>
      </p:sp>
      <p:sp>
        <p:nvSpPr>
          <p:cNvPr id="335" name="Google Shape;335;p41"/>
          <p:cNvSpPr txBox="1">
            <a:spLocks noGrp="1"/>
          </p:cNvSpPr>
          <p:nvPr>
            <p:ph type="subTitle" idx="9"/>
          </p:nvPr>
        </p:nvSpPr>
        <p:spPr>
          <a:xfrm>
            <a:off x="5327851" y="3480795"/>
            <a:ext cx="3234300" cy="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Subqueries &amp; Nested Queries</a:t>
            </a:r>
            <a:endParaRPr/>
          </a:p>
        </p:txBody>
      </p:sp>
      <p:sp>
        <p:nvSpPr>
          <p:cNvPr id="336" name="Google Shape;336;p41"/>
          <p:cNvSpPr txBox="1">
            <a:spLocks noGrp="1"/>
          </p:cNvSpPr>
          <p:nvPr>
            <p:ph type="subTitle" idx="13"/>
          </p:nvPr>
        </p:nvSpPr>
        <p:spPr>
          <a:xfrm>
            <a:off x="5327851" y="3935113"/>
            <a:ext cx="3234300" cy="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Real-world Analysis</a:t>
            </a:r>
            <a:endParaRPr/>
          </a:p>
        </p:txBody>
      </p:sp>
      <p:sp>
        <p:nvSpPr>
          <p:cNvPr id="337" name="Google Shape;337;p41"/>
          <p:cNvSpPr txBox="1"/>
          <p:nvPr/>
        </p:nvSpPr>
        <p:spPr>
          <a:xfrm>
            <a:off x="365450" y="2117839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1</a:t>
            </a:r>
            <a:endParaRPr sz="17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38" name="Google Shape;338;p41"/>
          <p:cNvSpPr txBox="1"/>
          <p:nvPr/>
        </p:nvSpPr>
        <p:spPr>
          <a:xfrm>
            <a:off x="365450" y="2572157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2</a:t>
            </a:r>
            <a:endParaRPr sz="17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39" name="Google Shape;339;p41"/>
          <p:cNvSpPr txBox="1"/>
          <p:nvPr/>
        </p:nvSpPr>
        <p:spPr>
          <a:xfrm>
            <a:off x="365450" y="3026475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3</a:t>
            </a:r>
            <a:endParaRPr sz="17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40" name="Google Shape;340;p41"/>
          <p:cNvSpPr txBox="1"/>
          <p:nvPr/>
        </p:nvSpPr>
        <p:spPr>
          <a:xfrm>
            <a:off x="365450" y="3480792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4</a:t>
            </a:r>
            <a:endParaRPr sz="17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41" name="Google Shape;341;p41"/>
          <p:cNvSpPr txBox="1"/>
          <p:nvPr/>
        </p:nvSpPr>
        <p:spPr>
          <a:xfrm>
            <a:off x="365450" y="3935110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5</a:t>
            </a:r>
            <a:endParaRPr sz="17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42" name="Google Shape;342;p41"/>
          <p:cNvSpPr txBox="1"/>
          <p:nvPr/>
        </p:nvSpPr>
        <p:spPr>
          <a:xfrm>
            <a:off x="4620375" y="2117839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6</a:t>
            </a:r>
            <a:endParaRPr sz="17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43" name="Google Shape;343;p41"/>
          <p:cNvSpPr txBox="1"/>
          <p:nvPr/>
        </p:nvSpPr>
        <p:spPr>
          <a:xfrm>
            <a:off x="4620375" y="2572157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7</a:t>
            </a:r>
            <a:endParaRPr sz="17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44" name="Google Shape;344;p41"/>
          <p:cNvSpPr txBox="1"/>
          <p:nvPr/>
        </p:nvSpPr>
        <p:spPr>
          <a:xfrm>
            <a:off x="4620375" y="3026475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8</a:t>
            </a:r>
            <a:endParaRPr sz="17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45" name="Google Shape;345;p41"/>
          <p:cNvSpPr txBox="1"/>
          <p:nvPr/>
        </p:nvSpPr>
        <p:spPr>
          <a:xfrm>
            <a:off x="4620375" y="3935110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10</a:t>
            </a:r>
            <a:endParaRPr sz="17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46" name="Google Shape;346;p41"/>
          <p:cNvSpPr txBox="1"/>
          <p:nvPr/>
        </p:nvSpPr>
        <p:spPr>
          <a:xfrm>
            <a:off x="4620375" y="3480792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9</a:t>
            </a:r>
            <a:endParaRPr sz="17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2"/>
          <p:cNvSpPr txBox="1">
            <a:spLocks noGrp="1"/>
          </p:cNvSpPr>
          <p:nvPr>
            <p:ph type="title" idx="4294967295"/>
          </p:nvPr>
        </p:nvSpPr>
        <p:spPr>
          <a:xfrm>
            <a:off x="2404750" y="553900"/>
            <a:ext cx="62043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Preparation for Data modelling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352" name="Google Shape;352;p42"/>
          <p:cNvSpPr txBox="1"/>
          <p:nvPr/>
        </p:nvSpPr>
        <p:spPr>
          <a:xfrm>
            <a:off x="2404750" y="1442700"/>
            <a:ext cx="4622400" cy="3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Inter Tight"/>
              <a:buChar char="❏"/>
            </a:pPr>
            <a:r>
              <a:rPr lang="en" sz="19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Downloading data as CSV files</a:t>
            </a:r>
            <a:endParaRPr sz="19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Inter Tight"/>
              <a:buChar char="❏"/>
            </a:pPr>
            <a:r>
              <a:rPr lang="en" sz="19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Creating new database</a:t>
            </a:r>
            <a:endParaRPr sz="19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Inter Tight"/>
              <a:buChar char="❏"/>
            </a:pPr>
            <a:r>
              <a:rPr lang="en" sz="19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Tables creation with headers</a:t>
            </a:r>
            <a:endParaRPr sz="19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Inter Tight"/>
              <a:buChar char="❏"/>
            </a:pPr>
            <a:r>
              <a:rPr lang="en" sz="19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Importing data into Tables</a:t>
            </a:r>
            <a:endParaRPr sz="19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Inter Tight"/>
              <a:buChar char="❏"/>
            </a:pPr>
            <a:r>
              <a:rPr lang="en" sz="19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Identifying Relationships b/w tables</a:t>
            </a:r>
            <a:endParaRPr sz="19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Inter Tight"/>
              <a:buChar char="❏"/>
            </a:pPr>
            <a:r>
              <a:rPr lang="en" sz="19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Finding Primary &amp; Foreign keys</a:t>
            </a:r>
            <a:endParaRPr sz="19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Inter Tight"/>
              <a:buChar char="❏"/>
            </a:pPr>
            <a:r>
              <a:rPr lang="en" sz="19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Making connection between tables through queries</a:t>
            </a:r>
            <a:endParaRPr sz="19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3"/>
          <p:cNvSpPr txBox="1">
            <a:spLocks noGrp="1"/>
          </p:cNvSpPr>
          <p:nvPr>
            <p:ph type="sldNum" idx="12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358" name="Google Shape;358;p43"/>
          <p:cNvSpPr txBox="1">
            <a:spLocks noGrp="1"/>
          </p:cNvSpPr>
          <p:nvPr>
            <p:ph type="title"/>
          </p:nvPr>
        </p:nvSpPr>
        <p:spPr>
          <a:xfrm>
            <a:off x="3058464" y="177325"/>
            <a:ext cx="3374400" cy="61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 Keys Identification</a:t>
            </a:r>
            <a:endParaRPr sz="2200"/>
          </a:p>
        </p:txBody>
      </p:sp>
      <p:graphicFrame>
        <p:nvGraphicFramePr>
          <p:cNvPr id="359" name="Google Shape;359;p43"/>
          <p:cNvGraphicFramePr/>
          <p:nvPr/>
        </p:nvGraphicFramePr>
        <p:xfrm>
          <a:off x="152400" y="152400"/>
          <a:ext cx="208250" cy="396210"/>
        </p:xfrm>
        <a:graphic>
          <a:graphicData uri="http://schemas.openxmlformats.org/drawingml/2006/table">
            <a:tbl>
              <a:tblPr>
                <a:noFill/>
                <a:tableStyleId>{019A8820-86AF-4F73-9888-CF214A4FC2E4}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0" name="Google Shape;360;p43"/>
          <p:cNvGraphicFramePr/>
          <p:nvPr/>
        </p:nvGraphicFramePr>
        <p:xfrm>
          <a:off x="304800" y="304800"/>
          <a:ext cx="208250" cy="396210"/>
        </p:xfrm>
        <a:graphic>
          <a:graphicData uri="http://schemas.openxmlformats.org/drawingml/2006/table">
            <a:tbl>
              <a:tblPr>
                <a:noFill/>
                <a:tableStyleId>{019A8820-86AF-4F73-9888-CF214A4FC2E4}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1" name="Google Shape;361;p43"/>
          <p:cNvGraphicFramePr/>
          <p:nvPr/>
        </p:nvGraphicFramePr>
        <p:xfrm>
          <a:off x="457200" y="457200"/>
          <a:ext cx="208250" cy="396210"/>
        </p:xfrm>
        <a:graphic>
          <a:graphicData uri="http://schemas.openxmlformats.org/drawingml/2006/table">
            <a:tbl>
              <a:tblPr>
                <a:noFill/>
                <a:tableStyleId>{019A8820-86AF-4F73-9888-CF214A4FC2E4}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2" name="Google Shape;362;p43"/>
          <p:cNvGraphicFramePr/>
          <p:nvPr/>
        </p:nvGraphicFramePr>
        <p:xfrm>
          <a:off x="152400" y="152400"/>
          <a:ext cx="208250" cy="396210"/>
        </p:xfrm>
        <a:graphic>
          <a:graphicData uri="http://schemas.openxmlformats.org/drawingml/2006/table">
            <a:tbl>
              <a:tblPr>
                <a:noFill/>
                <a:tableStyleId>{019A8820-86AF-4F73-9888-CF214A4FC2E4}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3" name="Google Shape;363;p43"/>
          <p:cNvGraphicFramePr/>
          <p:nvPr/>
        </p:nvGraphicFramePr>
        <p:xfrm>
          <a:off x="304800" y="304800"/>
          <a:ext cx="208250" cy="396210"/>
        </p:xfrm>
        <a:graphic>
          <a:graphicData uri="http://schemas.openxmlformats.org/drawingml/2006/table">
            <a:tbl>
              <a:tblPr>
                <a:noFill/>
                <a:tableStyleId>{019A8820-86AF-4F73-9888-CF214A4FC2E4}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4" name="Google Shape;364;p43"/>
          <p:cNvGraphicFramePr/>
          <p:nvPr/>
        </p:nvGraphicFramePr>
        <p:xfrm>
          <a:off x="738027" y="1021628"/>
          <a:ext cx="7590425" cy="3557930"/>
        </p:xfrm>
        <a:graphic>
          <a:graphicData uri="http://schemas.openxmlformats.org/drawingml/2006/table">
            <a:tbl>
              <a:tblPr>
                <a:noFill/>
                <a:tableStyleId>{019A8820-86AF-4F73-9888-CF214A4FC2E4}</a:tableStyleId>
              </a:tblPr>
              <a:tblGrid>
                <a:gridCol w="131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0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9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Table Name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Primary Key(s)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Foreign Key(s)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References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Customers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customer_id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Orders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order_id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customer_id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Customers(customer_id)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Order_Details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order_id, product_id (Composite PK)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order_id, product_id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Orders(order_id), Products(product_id)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Products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product_id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–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Reviews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review_id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customer_id, product_id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Customers(customer_id), Products(product_id)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Suppliers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—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4"/>
          <p:cNvSpPr txBox="1">
            <a:spLocks noGrp="1"/>
          </p:cNvSpPr>
          <p:nvPr>
            <p:ph type="sldNum" idx="12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370" name="Google Shape;370;p44"/>
          <p:cNvSpPr txBox="1">
            <a:spLocks noGrp="1"/>
          </p:cNvSpPr>
          <p:nvPr>
            <p:ph type="title"/>
          </p:nvPr>
        </p:nvSpPr>
        <p:spPr>
          <a:xfrm>
            <a:off x="2270788" y="177325"/>
            <a:ext cx="5333400" cy="61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Table Relationships Summary</a:t>
            </a:r>
            <a:endParaRPr sz="2200"/>
          </a:p>
        </p:txBody>
      </p:sp>
      <p:graphicFrame>
        <p:nvGraphicFramePr>
          <p:cNvPr id="371" name="Google Shape;371;p44"/>
          <p:cNvGraphicFramePr/>
          <p:nvPr/>
        </p:nvGraphicFramePr>
        <p:xfrm>
          <a:off x="152400" y="152400"/>
          <a:ext cx="208250" cy="396210"/>
        </p:xfrm>
        <a:graphic>
          <a:graphicData uri="http://schemas.openxmlformats.org/drawingml/2006/table">
            <a:tbl>
              <a:tblPr>
                <a:noFill/>
                <a:tableStyleId>{019A8820-86AF-4F73-9888-CF214A4FC2E4}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2" name="Google Shape;372;p44"/>
          <p:cNvGraphicFramePr/>
          <p:nvPr/>
        </p:nvGraphicFramePr>
        <p:xfrm>
          <a:off x="304800" y="304800"/>
          <a:ext cx="208250" cy="396210"/>
        </p:xfrm>
        <a:graphic>
          <a:graphicData uri="http://schemas.openxmlformats.org/drawingml/2006/table">
            <a:tbl>
              <a:tblPr>
                <a:noFill/>
                <a:tableStyleId>{019A8820-86AF-4F73-9888-CF214A4FC2E4}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3" name="Google Shape;373;p44"/>
          <p:cNvGraphicFramePr/>
          <p:nvPr/>
        </p:nvGraphicFramePr>
        <p:xfrm>
          <a:off x="457200" y="457200"/>
          <a:ext cx="208250" cy="396210"/>
        </p:xfrm>
        <a:graphic>
          <a:graphicData uri="http://schemas.openxmlformats.org/drawingml/2006/table">
            <a:tbl>
              <a:tblPr>
                <a:noFill/>
                <a:tableStyleId>{019A8820-86AF-4F73-9888-CF214A4FC2E4}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4" name="Google Shape;374;p44"/>
          <p:cNvGraphicFramePr/>
          <p:nvPr/>
        </p:nvGraphicFramePr>
        <p:xfrm>
          <a:off x="152400" y="152400"/>
          <a:ext cx="208250" cy="396210"/>
        </p:xfrm>
        <a:graphic>
          <a:graphicData uri="http://schemas.openxmlformats.org/drawingml/2006/table">
            <a:tbl>
              <a:tblPr>
                <a:noFill/>
                <a:tableStyleId>{019A8820-86AF-4F73-9888-CF214A4FC2E4}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5" name="Google Shape;375;p44"/>
          <p:cNvGraphicFramePr/>
          <p:nvPr/>
        </p:nvGraphicFramePr>
        <p:xfrm>
          <a:off x="304800" y="304800"/>
          <a:ext cx="208250" cy="396210"/>
        </p:xfrm>
        <a:graphic>
          <a:graphicData uri="http://schemas.openxmlformats.org/drawingml/2006/table">
            <a:tbl>
              <a:tblPr>
                <a:noFill/>
                <a:tableStyleId>{019A8820-86AF-4F73-9888-CF214A4FC2E4}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6" name="Google Shape;376;p44"/>
          <p:cNvGraphicFramePr/>
          <p:nvPr/>
        </p:nvGraphicFramePr>
        <p:xfrm>
          <a:off x="566575" y="1154375"/>
          <a:ext cx="7982525" cy="3047760"/>
        </p:xfrm>
        <a:graphic>
          <a:graphicData uri="http://schemas.openxmlformats.org/drawingml/2006/table">
            <a:tbl>
              <a:tblPr>
                <a:noFill/>
                <a:tableStyleId>{019A8820-86AF-4F73-9888-CF214A4FC2E4}</a:tableStyleId>
              </a:tblPr>
              <a:tblGrid>
                <a:gridCol w="130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 Table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 Table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Relationship Type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Description</a:t>
                      </a:r>
                      <a:endParaRPr sz="13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One-to-Many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 customer can place multiple orders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Order_Details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One-to-Many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 order can have multiple order items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Order_Details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One-to-Many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 product can appear in multiple order items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Many-to-Many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Orders and products are linked via Order_Details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One-to-Many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 customer can write multiple reviews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One-to-Many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 product can receive multiple reviews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Suppliers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 alone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NIL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NIL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B08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11" y="30258"/>
            <a:ext cx="8515429" cy="5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5"/>
          <p:cNvSpPr txBox="1">
            <a:spLocks noGrp="1"/>
          </p:cNvSpPr>
          <p:nvPr>
            <p:ph type="sldNum" idx="12"/>
          </p:nvPr>
        </p:nvSpPr>
        <p:spPr>
          <a:xfrm>
            <a:off x="8501150" y="200400"/>
            <a:ext cx="548700" cy="2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383" name="Google Shape;383;p45"/>
          <p:cNvSpPr txBox="1"/>
          <p:nvPr/>
        </p:nvSpPr>
        <p:spPr>
          <a:xfrm>
            <a:off x="-74450" y="2571750"/>
            <a:ext cx="2049900" cy="18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1"/>
                </a:solidFill>
                <a:highlight>
                  <a:srgbClr val="FBA084"/>
                </a:highlight>
              </a:rPr>
              <a:t>visual blueprint of the database schema</a:t>
            </a:r>
            <a:r>
              <a:rPr lang="en" sz="1200">
                <a:solidFill>
                  <a:schemeClr val="accent1"/>
                </a:solidFill>
                <a:highlight>
                  <a:srgbClr val="FBA084"/>
                </a:highlight>
              </a:rPr>
              <a:t>, showing how data is connected across tables.</a:t>
            </a:r>
            <a:endParaRPr sz="1800">
              <a:solidFill>
                <a:schemeClr val="dk1"/>
              </a:solidFill>
              <a:highlight>
                <a:srgbClr val="FBA084"/>
              </a:highlight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84" name="Google Shape;384;p45"/>
          <p:cNvSpPr txBox="1"/>
          <p:nvPr/>
        </p:nvSpPr>
        <p:spPr>
          <a:xfrm>
            <a:off x="6364325" y="347325"/>
            <a:ext cx="2370600" cy="18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highlight>
                  <a:schemeClr val="lt2"/>
                </a:highlight>
              </a:rPr>
              <a:t>Helps understand the overall data structure for analyzing customers, orders, products, and reviews.</a:t>
            </a:r>
            <a:endParaRPr sz="1200">
              <a:solidFill>
                <a:schemeClr val="accent1"/>
              </a:solidFill>
              <a:highlight>
                <a:schemeClr val="lt2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200" b="1">
                <a:solidFill>
                  <a:schemeClr val="accent1"/>
                </a:solidFill>
              </a:rPr>
            </a:br>
            <a:endParaRPr sz="1200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b="1">
              <a:solidFill>
                <a:schemeClr val="accent1"/>
              </a:solidFill>
            </a:endParaRPr>
          </a:p>
        </p:txBody>
      </p:sp>
      <p:sp>
        <p:nvSpPr>
          <p:cNvPr id="385" name="Google Shape;385;p45"/>
          <p:cNvSpPr txBox="1"/>
          <p:nvPr/>
        </p:nvSpPr>
        <p:spPr>
          <a:xfrm>
            <a:off x="-74453" y="4360700"/>
            <a:ext cx="2466000" cy="18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137C3F"/>
                </a:solidFill>
                <a:highlight>
                  <a:srgbClr val="EBEEF3"/>
                </a:highlight>
              </a:rPr>
              <a:t>ER Diagram</a:t>
            </a:r>
            <a:endParaRPr sz="2700">
              <a:solidFill>
                <a:srgbClr val="137C3F"/>
              </a:solidFill>
              <a:highlight>
                <a:srgbClr val="EBEEF3"/>
              </a:highlight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6"/>
          <p:cNvSpPr txBox="1">
            <a:spLocks noGrp="1"/>
          </p:cNvSpPr>
          <p:nvPr>
            <p:ph type="sldNum" idx="12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391" name="Google Shape;391;p46"/>
          <p:cNvSpPr txBox="1">
            <a:spLocks noGrp="1"/>
          </p:cNvSpPr>
          <p:nvPr>
            <p:ph type="title"/>
          </p:nvPr>
        </p:nvSpPr>
        <p:spPr>
          <a:xfrm>
            <a:off x="374625" y="-128512"/>
            <a:ext cx="3662100" cy="9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3: Queries</a:t>
            </a:r>
            <a:endParaRPr/>
          </a:p>
        </p:txBody>
      </p:sp>
      <p:sp>
        <p:nvSpPr>
          <p:cNvPr id="392" name="Google Shape;392;p46"/>
          <p:cNvSpPr txBox="1">
            <a:spLocks noGrp="1"/>
          </p:cNvSpPr>
          <p:nvPr>
            <p:ph type="body" idx="1"/>
          </p:nvPr>
        </p:nvSpPr>
        <p:spPr>
          <a:xfrm>
            <a:off x="374630" y="3153850"/>
            <a:ext cx="6790800" cy="15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8CBAD"/>
                </a:solidFill>
              </a:rPr>
              <a:t>Fetch all products under the "Fruits" category.</a:t>
            </a:r>
            <a:endParaRPr u="sng">
              <a:solidFill>
                <a:srgbClr val="F8CBAD"/>
              </a:solidFill>
            </a:endParaRPr>
          </a:p>
          <a:p>
            <a:pPr marL="914400" lvl="1" indent="-3365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700"/>
              <a:buChar char="○"/>
            </a:pPr>
            <a:r>
              <a:rPr lang="en">
                <a:solidFill>
                  <a:srgbClr val="FFFFFF"/>
                </a:solidFill>
              </a:rPr>
              <a:t>SELECT * from products where category='Fruits';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8CBAD"/>
                </a:solidFill>
              </a:rPr>
              <a:t>       </a:t>
            </a:r>
            <a:endParaRPr>
              <a:solidFill>
                <a:srgbClr val="F8CBAD"/>
              </a:solidFill>
            </a:endParaRPr>
          </a:p>
        </p:txBody>
      </p:sp>
      <p:sp>
        <p:nvSpPr>
          <p:cNvPr id="393" name="Google Shape;393;p46"/>
          <p:cNvSpPr txBox="1">
            <a:spLocks noGrp="1"/>
          </p:cNvSpPr>
          <p:nvPr>
            <p:ph type="body" idx="6"/>
          </p:nvPr>
        </p:nvSpPr>
        <p:spPr>
          <a:xfrm>
            <a:off x="279614" y="745963"/>
            <a:ext cx="8102100" cy="15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8CBAD"/>
                </a:solidFill>
              </a:rPr>
              <a:t>Retrieve all customers from a specific city.</a:t>
            </a:r>
            <a:endParaRPr u="sng">
              <a:solidFill>
                <a:srgbClr val="F8CBAD"/>
              </a:solidFill>
            </a:endParaRPr>
          </a:p>
          <a:p>
            <a:pPr marL="914400" lvl="1" indent="-3365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700"/>
              <a:buChar char="○"/>
            </a:pPr>
            <a:r>
              <a:rPr lang="en">
                <a:solidFill>
                  <a:srgbClr val="FFFFFF"/>
                </a:solidFill>
              </a:rPr>
              <a:t>SELECT * from customers where city ='West Daniel';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8CBAD"/>
                </a:solidFill>
              </a:rPr>
              <a:t> </a:t>
            </a:r>
            <a:endParaRPr>
              <a:solidFill>
                <a:srgbClr val="F8CBAD"/>
              </a:solidFill>
            </a:endParaRPr>
          </a:p>
        </p:txBody>
      </p:sp>
      <p:pic>
        <p:nvPicPr>
          <p:cNvPr id="394" name="Google Shape;39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7008"/>
            <a:ext cx="9144001" cy="1071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7"/>
          <p:cNvSpPr txBox="1">
            <a:spLocks noGrp="1"/>
          </p:cNvSpPr>
          <p:nvPr>
            <p:ph type="sldNum" idx="12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400" name="Google Shape;400;p47"/>
          <p:cNvSpPr txBox="1">
            <a:spLocks noGrp="1"/>
          </p:cNvSpPr>
          <p:nvPr>
            <p:ph type="title"/>
          </p:nvPr>
        </p:nvSpPr>
        <p:spPr>
          <a:xfrm>
            <a:off x="4572000" y="181250"/>
            <a:ext cx="3014400" cy="172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2100"/>
              <a:t>Task 4: DDL statements with Constraints: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pic>
        <p:nvPicPr>
          <p:cNvPr id="401" name="Google Shape;401;p47"/>
          <p:cNvPicPr preferRelativeResize="0"/>
          <p:nvPr/>
        </p:nvPicPr>
        <p:blipFill rotWithShape="1">
          <a:blip r:embed="rId3">
            <a:alphaModFix/>
          </a:blip>
          <a:srcRect t="20973" r="17177"/>
          <a:stretch/>
        </p:blipFill>
        <p:spPr>
          <a:xfrm>
            <a:off x="111700" y="3665875"/>
            <a:ext cx="5235375" cy="140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47"/>
          <p:cNvPicPr preferRelativeResize="0"/>
          <p:nvPr/>
        </p:nvPicPr>
        <p:blipFill rotWithShape="1">
          <a:blip r:embed="rId4">
            <a:alphaModFix/>
          </a:blip>
          <a:srcRect r="3353"/>
          <a:stretch/>
        </p:blipFill>
        <p:spPr>
          <a:xfrm>
            <a:off x="98125" y="1890300"/>
            <a:ext cx="4719674" cy="172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125" y="247875"/>
            <a:ext cx="4175925" cy="1587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7"/>
          <p:cNvSpPr txBox="1"/>
          <p:nvPr/>
        </p:nvSpPr>
        <p:spPr>
          <a:xfrm>
            <a:off x="4694125" y="2044375"/>
            <a:ext cx="48834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3365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F8CBAD"/>
              </a:buClr>
              <a:buSzPts val="1700"/>
              <a:buChar char="○"/>
            </a:pPr>
            <a:r>
              <a:rPr lang="en" sz="1700">
                <a:solidFill>
                  <a:srgbClr val="F8CBAD"/>
                </a:solidFill>
                <a:latin typeface="Inter Tight"/>
                <a:ea typeface="Inter Tight"/>
                <a:cs typeface="Inter Tight"/>
                <a:sym typeface="Inter Tight"/>
              </a:rPr>
              <a:t>CustomerID as the primary key.</a:t>
            </a:r>
            <a:endParaRPr sz="1700">
              <a:solidFill>
                <a:srgbClr val="F8CBAD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marL="91440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CBAD"/>
              </a:buClr>
              <a:buSzPts val="1700"/>
              <a:buChar char="○"/>
            </a:pPr>
            <a:r>
              <a:rPr lang="en" sz="1700">
                <a:solidFill>
                  <a:srgbClr val="F8CBAD"/>
                </a:solidFill>
                <a:latin typeface="Inter Tight"/>
                <a:ea typeface="Inter Tight"/>
                <a:cs typeface="Inter Tight"/>
                <a:sym typeface="Inter Tight"/>
              </a:rPr>
              <a:t>Age cannot be null &amp; Age &gt; 18.</a:t>
            </a:r>
            <a:endParaRPr sz="1700">
              <a:solidFill>
                <a:srgbClr val="F8CBAD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marL="91440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CBAD"/>
              </a:buClr>
              <a:buSzPts val="1700"/>
              <a:buChar char="○"/>
            </a:pPr>
            <a:r>
              <a:rPr lang="en" sz="1700">
                <a:solidFill>
                  <a:srgbClr val="F8CBAD"/>
                </a:solidFill>
                <a:latin typeface="Inter Tight"/>
                <a:ea typeface="Inter Tight"/>
                <a:cs typeface="Inter Tight"/>
                <a:sym typeface="Inter Tight"/>
              </a:rPr>
              <a:t>Add a unique constraint for Name.</a:t>
            </a:r>
            <a:endParaRPr sz="1900">
              <a:solidFill>
                <a:srgbClr val="F8CBA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8"/>
          <p:cNvSpPr txBox="1">
            <a:spLocks noGrp="1"/>
          </p:cNvSpPr>
          <p:nvPr>
            <p:ph type="sldNum" idx="12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410" name="Google Shape;410;p48"/>
          <p:cNvSpPr txBox="1">
            <a:spLocks noGrp="1"/>
          </p:cNvSpPr>
          <p:nvPr>
            <p:ph type="title"/>
          </p:nvPr>
        </p:nvSpPr>
        <p:spPr>
          <a:xfrm>
            <a:off x="306750" y="241066"/>
            <a:ext cx="6017400" cy="104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Data Manipulation Language (DML)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411" name="Google Shape;411;p48"/>
          <p:cNvSpPr txBox="1">
            <a:spLocks noGrp="1"/>
          </p:cNvSpPr>
          <p:nvPr>
            <p:ph type="body" idx="6"/>
          </p:nvPr>
        </p:nvSpPr>
        <p:spPr>
          <a:xfrm>
            <a:off x="181800" y="706500"/>
            <a:ext cx="8871300" cy="22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8CBAD"/>
                </a:solidFill>
              </a:rPr>
              <a:t>Task 5: Insert 3 new rows into the Products table using INSERT statements.</a:t>
            </a:r>
            <a:endParaRPr u="sng">
              <a:solidFill>
                <a:srgbClr val="F8CBAD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FFFFFF"/>
                </a:solidFill>
              </a:rPr>
              <a:t>         Syntax used: INSERT INTO table_name (column1, column2, column3, ...)</a:t>
            </a:r>
            <a:endParaRPr sz="13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FFFFFF"/>
                </a:solidFill>
              </a:rPr>
              <a:t>                                  VALUES</a:t>
            </a:r>
            <a:endParaRPr sz="13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FFFFFF"/>
                </a:solidFill>
              </a:rPr>
              <a:t>                                  (value1, value2, value3, ...),</a:t>
            </a:r>
            <a:endParaRPr sz="13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FFFFFF"/>
                </a:solidFill>
              </a:rPr>
              <a:t>                                  (value1, value2, value3, ...);</a:t>
            </a:r>
            <a:endParaRPr sz="13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8CBAD"/>
                </a:solidFill>
              </a:rPr>
              <a:t> </a:t>
            </a:r>
            <a:endParaRPr>
              <a:solidFill>
                <a:srgbClr val="F8CBAD"/>
              </a:solidFill>
            </a:endParaRPr>
          </a:p>
        </p:txBody>
      </p:sp>
      <p:sp>
        <p:nvSpPr>
          <p:cNvPr id="412" name="Google Shape;412;p48"/>
          <p:cNvSpPr txBox="1">
            <a:spLocks noGrp="1"/>
          </p:cNvSpPr>
          <p:nvPr>
            <p:ph type="body" idx="6"/>
          </p:nvPr>
        </p:nvSpPr>
        <p:spPr>
          <a:xfrm>
            <a:off x="181800" y="2436025"/>
            <a:ext cx="8962200" cy="17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8CBAD"/>
                </a:solidFill>
              </a:rPr>
              <a:t>Task 6: Update the stock quantity of a product where ProductID matches a specific ID</a:t>
            </a:r>
            <a:endParaRPr u="sng">
              <a:solidFill>
                <a:srgbClr val="F8CBAD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FFFFFF"/>
                </a:solidFill>
              </a:rPr>
              <a:t>                                 </a:t>
            </a:r>
            <a:r>
              <a:rPr lang="en" sz="1400">
                <a:solidFill>
                  <a:srgbClr val="FFFFFF"/>
                </a:solidFill>
              </a:rPr>
              <a:t>  UPDATE products</a:t>
            </a:r>
            <a:endParaRPr sz="1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FFFFFF"/>
                </a:solidFill>
              </a:rPr>
              <a:t>                                 SET stock_quantity= 2000 where product_id='123';</a:t>
            </a:r>
            <a:endParaRPr sz="1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8CBAD"/>
                </a:solidFill>
              </a:rPr>
              <a:t> </a:t>
            </a:r>
            <a:endParaRPr>
              <a:solidFill>
                <a:srgbClr val="F8CBAD"/>
              </a:solidFill>
            </a:endParaRPr>
          </a:p>
        </p:txBody>
      </p:sp>
      <p:sp>
        <p:nvSpPr>
          <p:cNvPr id="413" name="Google Shape;413;p48"/>
          <p:cNvSpPr txBox="1">
            <a:spLocks noGrp="1"/>
          </p:cNvSpPr>
          <p:nvPr>
            <p:ph type="body" idx="6"/>
          </p:nvPr>
        </p:nvSpPr>
        <p:spPr>
          <a:xfrm>
            <a:off x="181800" y="3703350"/>
            <a:ext cx="89622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8CBAD"/>
                </a:solidFill>
              </a:rPr>
              <a:t>Task 7: Delete a supplier from the Suppliers table where their city matches a specific value</a:t>
            </a:r>
            <a:endParaRPr u="sng">
              <a:solidFill>
                <a:srgbClr val="F8CBAD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FFFFFF"/>
                </a:solidFill>
              </a:rPr>
              <a:t>                                 DELETE FROM suppliers WHERE city = 'West Linda';</a:t>
            </a:r>
            <a:endParaRPr sz="1400">
              <a:solidFill>
                <a:srgbClr val="F8CBA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975" y="3865575"/>
            <a:ext cx="82010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546" y="3541725"/>
            <a:ext cx="81819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975" y="1441650"/>
            <a:ext cx="8353425" cy="14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9"/>
          <p:cNvSpPr txBox="1"/>
          <p:nvPr/>
        </p:nvSpPr>
        <p:spPr>
          <a:xfrm>
            <a:off x="101861" y="848820"/>
            <a:ext cx="75522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8CBAD"/>
                </a:solidFill>
                <a:latin typeface="Inter Tight"/>
                <a:ea typeface="Inter Tight"/>
                <a:cs typeface="Inter Tight"/>
                <a:sym typeface="Inter Tight"/>
              </a:rPr>
              <a:t> Add CHECK constraint to ensure that ratings in the Reviews table are between 1 and 5</a:t>
            </a:r>
            <a:r>
              <a:rPr lang="en" sz="1200">
                <a:solidFill>
                  <a:schemeClr val="accent1"/>
                </a:solidFill>
              </a:rPr>
              <a:t>.</a:t>
            </a:r>
            <a:endParaRPr sz="12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F8CBA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22" name="Google Shape;422;p49"/>
          <p:cNvSpPr txBox="1">
            <a:spLocks noGrp="1"/>
          </p:cNvSpPr>
          <p:nvPr>
            <p:ph type="title"/>
          </p:nvPr>
        </p:nvSpPr>
        <p:spPr>
          <a:xfrm>
            <a:off x="165984" y="200341"/>
            <a:ext cx="6017400" cy="104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Task 8: SQL Constraints &amp; Operators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423" name="Google Shape;423;p49"/>
          <p:cNvSpPr txBox="1"/>
          <p:nvPr/>
        </p:nvSpPr>
        <p:spPr>
          <a:xfrm>
            <a:off x="84550" y="2974924"/>
            <a:ext cx="94425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8CBAD"/>
                </a:solidFill>
                <a:latin typeface="Inter Tight"/>
                <a:ea typeface="Inter Tight"/>
                <a:cs typeface="Inter Tight"/>
                <a:sym typeface="Inter Tight"/>
              </a:rPr>
              <a:t>Add a DEFAULT constraint for the PrimeMember column in the Customers table (default value: "No")</a:t>
            </a:r>
            <a:endParaRPr b="1">
              <a:solidFill>
                <a:srgbClr val="F8CBAD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F8CBA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7C3F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113" y="1807175"/>
            <a:ext cx="3971925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8300" y="471200"/>
            <a:ext cx="359092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0"/>
          <p:cNvPicPr preferRelativeResize="0"/>
          <p:nvPr/>
        </p:nvPicPr>
        <p:blipFill rotWithShape="1">
          <a:blip r:embed="rId5">
            <a:alphaModFix/>
          </a:blip>
          <a:srcRect t="24602"/>
          <a:stretch/>
        </p:blipFill>
        <p:spPr>
          <a:xfrm>
            <a:off x="5500688" y="3246699"/>
            <a:ext cx="3486150" cy="178822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0"/>
          <p:cNvSpPr txBox="1"/>
          <p:nvPr/>
        </p:nvSpPr>
        <p:spPr>
          <a:xfrm>
            <a:off x="4939927" y="71000"/>
            <a:ext cx="435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8CBAD"/>
                </a:solidFill>
                <a:latin typeface="Inter Tight"/>
                <a:ea typeface="Inter Tight"/>
                <a:cs typeface="Inter Tight"/>
                <a:sym typeface="Inter Tight"/>
              </a:rPr>
              <a:t>TASK 9: TOP 5 HIGH SALES VALUE PRODUCTS</a:t>
            </a:r>
            <a:endParaRPr b="1">
              <a:solidFill>
                <a:srgbClr val="F8CBA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32" name="Google Shape;432;p50"/>
          <p:cNvSpPr txBox="1"/>
          <p:nvPr/>
        </p:nvSpPr>
        <p:spPr>
          <a:xfrm>
            <a:off x="5500688" y="2890550"/>
            <a:ext cx="379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8CBAD"/>
                </a:solidFill>
                <a:latin typeface="Inter Tight"/>
                <a:ea typeface="Inter Tight"/>
                <a:cs typeface="Inter Tight"/>
                <a:sym typeface="Inter Tight"/>
              </a:rPr>
              <a:t>LEAST SALES VALUE PRODUCTS</a:t>
            </a:r>
            <a:endParaRPr b="1">
              <a:solidFill>
                <a:srgbClr val="F8CBA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33" name="Google Shape;433;p50"/>
          <p:cNvSpPr txBox="1"/>
          <p:nvPr/>
        </p:nvSpPr>
        <p:spPr>
          <a:xfrm>
            <a:off x="210425" y="1391675"/>
            <a:ext cx="4754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8CBAD"/>
                </a:solidFill>
                <a:latin typeface="Inter Tight"/>
                <a:ea typeface="Inter Tight"/>
                <a:cs typeface="Inter Tight"/>
                <a:sym typeface="Inter Tight"/>
              </a:rPr>
              <a:t>Task 9: Products with average ratings greater than 4</a:t>
            </a:r>
            <a:endParaRPr sz="1800" b="1">
              <a:solidFill>
                <a:srgbClr val="F8CBA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34" name="Google Shape;434;p50"/>
          <p:cNvSpPr txBox="1"/>
          <p:nvPr/>
        </p:nvSpPr>
        <p:spPr>
          <a:xfrm>
            <a:off x="140350" y="71000"/>
            <a:ext cx="23703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434343"/>
                </a:solidFill>
                <a:highlight>
                  <a:srgbClr val="FBA084"/>
                </a:highlight>
                <a:latin typeface="Inter Tight"/>
                <a:ea typeface="Inter Tight"/>
                <a:cs typeface="Inter Tight"/>
                <a:sym typeface="Inter Tight"/>
              </a:rPr>
              <a:t>Clauses &amp; Aggregations</a:t>
            </a:r>
            <a:endParaRPr sz="2300" b="1">
              <a:solidFill>
                <a:srgbClr val="434343"/>
              </a:solidFill>
              <a:highlight>
                <a:srgbClr val="FBA084"/>
              </a:highlight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7C3F"/>
        </a:soli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475" y="474555"/>
            <a:ext cx="3733800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51"/>
          <p:cNvPicPr preferRelativeResize="0"/>
          <p:nvPr/>
        </p:nvPicPr>
        <p:blipFill rotWithShape="1">
          <a:blip r:embed="rId4">
            <a:alphaModFix/>
          </a:blip>
          <a:srcRect b="3053"/>
          <a:stretch/>
        </p:blipFill>
        <p:spPr>
          <a:xfrm>
            <a:off x="575375" y="2838442"/>
            <a:ext cx="3180000" cy="21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51"/>
          <p:cNvSpPr txBox="1"/>
          <p:nvPr/>
        </p:nvSpPr>
        <p:spPr>
          <a:xfrm>
            <a:off x="138825" y="2466006"/>
            <a:ext cx="4665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8CBAD"/>
                </a:solidFill>
                <a:latin typeface="Inter Tight"/>
                <a:ea typeface="Inter Tight"/>
                <a:cs typeface="Inter Tight"/>
                <a:sym typeface="Inter Tight"/>
              </a:rPr>
              <a:t>Task 11: customers who placed the most orders </a:t>
            </a:r>
            <a:endParaRPr sz="1500" b="1">
              <a:solidFill>
                <a:srgbClr val="F8CBA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42" name="Google Shape;442;p51"/>
          <p:cNvSpPr txBox="1"/>
          <p:nvPr/>
        </p:nvSpPr>
        <p:spPr>
          <a:xfrm>
            <a:off x="138825" y="66152"/>
            <a:ext cx="5561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8CBAD"/>
                </a:solidFill>
                <a:latin typeface="Inter Tight"/>
                <a:ea typeface="Inter Tight"/>
                <a:cs typeface="Inter Tight"/>
                <a:sym typeface="Inter Tight"/>
              </a:rPr>
              <a:t>Task 10: Each customer's total spending from high to low</a:t>
            </a:r>
            <a:endParaRPr sz="1900" b="1">
              <a:solidFill>
                <a:srgbClr val="F8CBA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43" name="Google Shape;44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3275" y="1195724"/>
            <a:ext cx="3667125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51"/>
          <p:cNvSpPr txBox="1"/>
          <p:nvPr/>
        </p:nvSpPr>
        <p:spPr>
          <a:xfrm>
            <a:off x="4531274" y="820905"/>
            <a:ext cx="3677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8CBAD"/>
                </a:solidFill>
                <a:latin typeface="Inter Tight"/>
                <a:ea typeface="Inter Tight"/>
                <a:cs typeface="Inter Tight"/>
                <a:sym typeface="Inter Tight"/>
              </a:rPr>
              <a:t>Task 11: Total Revenue per Order</a:t>
            </a:r>
            <a:endParaRPr sz="1500" b="1">
              <a:solidFill>
                <a:srgbClr val="F8CBA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45" name="Google Shape;445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34925" y="3636010"/>
            <a:ext cx="5083825" cy="1235322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51"/>
          <p:cNvSpPr txBox="1"/>
          <p:nvPr/>
        </p:nvSpPr>
        <p:spPr>
          <a:xfrm>
            <a:off x="3839914" y="3247665"/>
            <a:ext cx="4665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8CBAD"/>
                </a:solidFill>
                <a:latin typeface="Inter Tight"/>
                <a:ea typeface="Inter Tight"/>
                <a:cs typeface="Inter Tight"/>
                <a:sym typeface="Inter Tight"/>
              </a:rPr>
              <a:t>Task 11: Supplier with the most products in stock </a:t>
            </a:r>
            <a:endParaRPr sz="1500" b="1">
              <a:solidFill>
                <a:srgbClr val="F8CBA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47" name="Google Shape;447;p51"/>
          <p:cNvSpPr txBox="1"/>
          <p:nvPr/>
        </p:nvSpPr>
        <p:spPr>
          <a:xfrm>
            <a:off x="4521134" y="474550"/>
            <a:ext cx="367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1"/>
                </a:solidFill>
                <a:highlight>
                  <a:srgbClr val="FBA084"/>
                </a:highlight>
                <a:latin typeface="Inter Tight"/>
                <a:ea typeface="Inter Tight"/>
                <a:cs typeface="Inter Tight"/>
                <a:sym typeface="Inter Tight"/>
              </a:rPr>
              <a:t>Task 11: Aggregations and Joins</a:t>
            </a:r>
            <a:endParaRPr sz="2100">
              <a:highlight>
                <a:srgbClr val="FBA084"/>
              </a:highlight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7C3F"/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2"/>
          <p:cNvSpPr/>
          <p:nvPr/>
        </p:nvSpPr>
        <p:spPr>
          <a:xfrm>
            <a:off x="393575" y="1017850"/>
            <a:ext cx="8156400" cy="36777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53" name="Google Shape;453;p52"/>
          <p:cNvSpPr txBox="1"/>
          <p:nvPr/>
        </p:nvSpPr>
        <p:spPr>
          <a:xfrm>
            <a:off x="138825" y="66150"/>
            <a:ext cx="9005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8CBAD"/>
                </a:solidFill>
                <a:latin typeface="Inter Tight"/>
                <a:ea typeface="Inter Tight"/>
                <a:cs typeface="Inter Tight"/>
                <a:sym typeface="Inter Tight"/>
              </a:rPr>
              <a:t>Task 12: Normalization</a:t>
            </a:r>
            <a:endParaRPr sz="1500" b="1">
              <a:solidFill>
                <a:srgbClr val="F8CBAD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8CBAD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F8CBAD"/>
                </a:solidFill>
                <a:latin typeface="Inter Tight"/>
                <a:ea typeface="Inter Tight"/>
                <a:cs typeface="Inter Tight"/>
                <a:sym typeface="Inter Tight"/>
              </a:rPr>
              <a:t>To Separate product categories and subcategories into a new table &amp; Create foreign keys to maintain relationships.</a:t>
            </a:r>
            <a:endParaRPr sz="1300" b="1">
              <a:solidFill>
                <a:srgbClr val="F8CBAD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F8CBA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54" name="Google Shape;454;p52"/>
          <p:cNvSpPr txBox="1">
            <a:spLocks noGrp="1"/>
          </p:cNvSpPr>
          <p:nvPr>
            <p:ph type="title" idx="4294967295"/>
          </p:nvPr>
        </p:nvSpPr>
        <p:spPr>
          <a:xfrm>
            <a:off x="447875" y="1332250"/>
            <a:ext cx="7925700" cy="33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34343"/>
                </a:solidFill>
              </a:rPr>
              <a:t>Step 1: Create new table _Categories - columns: categories &amp; subcategories,        Category ID - serial datatype</a:t>
            </a:r>
            <a:endParaRPr sz="17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34343"/>
                </a:solidFill>
              </a:rPr>
              <a:t>Step 2: Insert unique Cat &amp; Sub-cat values from products table using </a:t>
            </a:r>
            <a:r>
              <a:rPr lang="en" sz="1700" u="sng">
                <a:solidFill>
                  <a:srgbClr val="434343"/>
                </a:solidFill>
              </a:rPr>
              <a:t>distinct</a:t>
            </a:r>
            <a:endParaRPr sz="1700" u="sng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34343"/>
                </a:solidFill>
              </a:rPr>
              <a:t>Step 3: Add column Category ID to products table and update values from Categories table</a:t>
            </a:r>
            <a:endParaRPr sz="17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34343"/>
                </a:solidFill>
              </a:rPr>
              <a:t>Step 4: Make connection between tables with Category ID as foreign key</a:t>
            </a:r>
            <a:endParaRPr sz="17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34343"/>
                </a:solidFill>
              </a:rPr>
              <a:t>Step 5: Delete old categories &amp; subcategories column from Products</a:t>
            </a:r>
            <a:endParaRPr sz="17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50" y="735975"/>
            <a:ext cx="5267325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53"/>
          <p:cNvSpPr txBox="1"/>
          <p:nvPr/>
        </p:nvSpPr>
        <p:spPr>
          <a:xfrm>
            <a:off x="206675" y="217150"/>
            <a:ext cx="4777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8CBAD"/>
                </a:solidFill>
                <a:latin typeface="Inter Tight"/>
                <a:ea typeface="Inter Tight"/>
                <a:cs typeface="Inter Tight"/>
                <a:sym typeface="Inter Tight"/>
              </a:rPr>
              <a:t>Task 13:  Top 3 products based on sales revenue </a:t>
            </a:r>
            <a:endParaRPr sz="1500" b="1">
              <a:solidFill>
                <a:srgbClr val="F8CBA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61" name="Google Shape;461;p53"/>
          <p:cNvSpPr txBox="1"/>
          <p:nvPr/>
        </p:nvSpPr>
        <p:spPr>
          <a:xfrm>
            <a:off x="5612938" y="3805225"/>
            <a:ext cx="3365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8CBAD"/>
                </a:solidFill>
                <a:latin typeface="Inter Tight"/>
                <a:ea typeface="Inter Tight"/>
                <a:cs typeface="Inter Tight"/>
                <a:sym typeface="Inter Tight"/>
              </a:rPr>
              <a:t>Task 13:  Customers who haven’t placed any orders yet </a:t>
            </a:r>
            <a:endParaRPr sz="1500" b="1">
              <a:solidFill>
                <a:srgbClr val="F8CBA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62" name="Google Shape;462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2925" y="776658"/>
            <a:ext cx="3365125" cy="2938974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53"/>
          <p:cNvSpPr txBox="1"/>
          <p:nvPr/>
        </p:nvSpPr>
        <p:spPr>
          <a:xfrm>
            <a:off x="1728275" y="3178775"/>
            <a:ext cx="2370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434343"/>
                </a:solidFill>
                <a:highlight>
                  <a:srgbClr val="FBA084"/>
                </a:highlight>
                <a:latin typeface="Inter Tight"/>
                <a:ea typeface="Inter Tight"/>
                <a:cs typeface="Inter Tight"/>
                <a:sym typeface="Inter Tight"/>
              </a:rPr>
              <a:t>SUB QUERIES</a:t>
            </a:r>
            <a:endParaRPr sz="2300" b="1">
              <a:solidFill>
                <a:srgbClr val="434343"/>
              </a:solidFill>
              <a:highlight>
                <a:srgbClr val="FBA084"/>
              </a:highlight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A084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4"/>
          <p:cNvSpPr txBox="1">
            <a:spLocks noGrp="1"/>
          </p:cNvSpPr>
          <p:nvPr>
            <p:ph type="sldNum" idx="12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15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469" name="Google Shape;469;p54"/>
          <p:cNvSpPr txBox="1">
            <a:spLocks noGrp="1"/>
          </p:cNvSpPr>
          <p:nvPr>
            <p:ph type="title" idx="4294967295"/>
          </p:nvPr>
        </p:nvSpPr>
        <p:spPr>
          <a:xfrm>
            <a:off x="387305" y="205550"/>
            <a:ext cx="6466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Task 14: Provide actionable insights: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70" name="Google Shape;47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0849" y="1518142"/>
            <a:ext cx="2762250" cy="176212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54"/>
          <p:cNvSpPr txBox="1"/>
          <p:nvPr/>
        </p:nvSpPr>
        <p:spPr>
          <a:xfrm>
            <a:off x="798475" y="920850"/>
            <a:ext cx="3395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Inter Tight"/>
                <a:ea typeface="Inter Tight"/>
                <a:cs typeface="Inter Tight"/>
                <a:sym typeface="Inter Tight"/>
              </a:rPr>
              <a:t> Cities having highest concentration of Prime members</a:t>
            </a:r>
            <a:endParaRPr sz="1600" b="1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72" name="Google Shape;472;p54"/>
          <p:cNvSpPr txBox="1"/>
          <p:nvPr/>
        </p:nvSpPr>
        <p:spPr>
          <a:xfrm>
            <a:off x="5099525" y="861864"/>
            <a:ext cx="3395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Inter Tight"/>
                <a:ea typeface="Inter Tight"/>
                <a:cs typeface="Inter Tight"/>
                <a:sym typeface="Inter Tight"/>
              </a:rPr>
              <a:t>Top 3 most frequently ordered categories</a:t>
            </a:r>
            <a:endParaRPr sz="1500" b="1"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73" name="Google Shape;47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7500" y="1651575"/>
            <a:ext cx="2801945" cy="14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54"/>
          <p:cNvSpPr txBox="1"/>
          <p:nvPr/>
        </p:nvSpPr>
        <p:spPr>
          <a:xfrm>
            <a:off x="551412" y="3207703"/>
            <a:ext cx="80412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  <a:highlight>
                  <a:srgbClr val="FFE599"/>
                </a:highlight>
                <a:latin typeface="Inter Tight"/>
                <a:ea typeface="Inter Tight"/>
                <a:cs typeface="Inter Tight"/>
                <a:sym typeface="Inter Tight"/>
              </a:rPr>
              <a:t> Strategic action plans:</a:t>
            </a:r>
            <a:endParaRPr b="1">
              <a:solidFill>
                <a:schemeClr val="accent1"/>
              </a:solidFill>
              <a:highlight>
                <a:srgbClr val="FFE599"/>
              </a:highlight>
              <a:latin typeface="Inter Tight"/>
              <a:ea typeface="Inter Tight"/>
              <a:cs typeface="Inter Tight"/>
              <a:sym typeface="Inter Tight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rPr>
              <a:t>Launch </a:t>
            </a:r>
            <a:r>
              <a:rPr lang="en" b="1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rPr>
              <a:t>Prime-only discounts</a:t>
            </a:r>
            <a:r>
              <a:rPr lang="en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rPr>
              <a:t> on Meat, Fruits, and Snacks in high-Prime cities.</a:t>
            </a:r>
            <a:br>
              <a:rPr lang="en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rPr>
            </a:br>
            <a:endParaRPr>
              <a:solidFill>
                <a:schemeClr val="accent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rPr>
              <a:t>Implement </a:t>
            </a:r>
            <a:r>
              <a:rPr lang="en" b="1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rPr>
              <a:t>faster delivery or same-day delivery</a:t>
            </a:r>
            <a:r>
              <a:rPr lang="en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rPr>
              <a:t> for these categories in those locations.</a:t>
            </a:r>
            <a:br>
              <a:rPr lang="en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rPr>
            </a:br>
            <a:endParaRPr>
              <a:solidFill>
                <a:schemeClr val="accent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rPr>
              <a:t>Promote </a:t>
            </a:r>
            <a:r>
              <a:rPr lang="en" b="1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rPr>
              <a:t>personalized recommendations</a:t>
            </a:r>
            <a:r>
              <a:rPr lang="en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rPr>
              <a:t> for these categories to Prime users.</a:t>
            </a:r>
            <a:endParaRPr>
              <a:solidFill>
                <a:schemeClr val="accen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sson 1">
  <a:themeElements>
    <a:clrScheme name="Simple Light">
      <a:dk1>
        <a:srgbClr val="137C3F"/>
      </a:dk1>
      <a:lt1>
        <a:srgbClr val="FFFCF5"/>
      </a:lt1>
      <a:dk2>
        <a:srgbClr val="146AEB"/>
      </a:dk2>
      <a:lt2>
        <a:srgbClr val="FBA084"/>
      </a:lt2>
      <a:accent1>
        <a:srgbClr val="000000"/>
      </a:accent1>
      <a:accent2>
        <a:srgbClr val="FFFFB3"/>
      </a:accent2>
      <a:accent3>
        <a:srgbClr val="B6D7A8"/>
      </a:accent3>
      <a:accent4>
        <a:srgbClr val="A4C2F4"/>
      </a:accent4>
      <a:accent5>
        <a:srgbClr val="B6D7A8"/>
      </a:accent5>
      <a:accent6>
        <a:srgbClr val="B4A7D6"/>
      </a:accent6>
      <a:hlink>
        <a:srgbClr val="146A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801</Words>
  <Application>Microsoft Office PowerPoint</Application>
  <PresentationFormat>On-screen Show (16:9)</PresentationFormat>
  <Paragraphs>162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Inter Tight</vt:lpstr>
      <vt:lpstr>Inter Tight SemiBold</vt:lpstr>
      <vt:lpstr>Arial</vt:lpstr>
      <vt:lpstr>Calibri</vt:lpstr>
      <vt:lpstr>Inter Tight Medium</vt:lpstr>
      <vt:lpstr>Lesson 1</vt:lpstr>
      <vt:lpstr>Amazon Fresh </vt:lpstr>
      <vt:lpstr>Table of Contents</vt:lpstr>
      <vt:lpstr>Preparation for Data modelling</vt:lpstr>
      <vt:lpstr> Keys Identification</vt:lpstr>
      <vt:lpstr>Table Relationships Summary</vt:lpstr>
      <vt:lpstr>PowerPoint Presentation</vt:lpstr>
      <vt:lpstr>Task 3: Queries</vt:lpstr>
      <vt:lpstr>Task 4: DDL statements with Constraints:  </vt:lpstr>
      <vt:lpstr>Data Manipulation Language (DML)  </vt:lpstr>
      <vt:lpstr>Task 8: SQL Constraints &amp; Operators  </vt:lpstr>
      <vt:lpstr>PowerPoint Presentation</vt:lpstr>
      <vt:lpstr>PowerPoint Presentation</vt:lpstr>
      <vt:lpstr>Step 1: Create new table _Categories - columns: categories &amp; subcategories,        Category ID - serial datatype Step 2: Insert unique Cat &amp; Sub-cat values from products table using distinct Step 3: Add column Category ID to products table and update values from Categories table Step 4: Make connection between tables with Category ID as foreign key Step 5: Delete old categories &amp; subcategories column from Products </vt:lpstr>
      <vt:lpstr>PowerPoint Presentation</vt:lpstr>
      <vt:lpstr>Task 14: Provide actionable insights: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sangeetha.gunasekar@gmail.com</cp:lastModifiedBy>
  <cp:revision>1</cp:revision>
  <dcterms:modified xsi:type="dcterms:W3CDTF">2026-01-08T13:00:45Z</dcterms:modified>
</cp:coreProperties>
</file>